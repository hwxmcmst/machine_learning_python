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1"/>
    <p:sldMasterId id="2147483666" r:id="rId2"/>
    <p:sldMasterId id="2147483672" r:id="rId3"/>
  </p:sldMasterIdLst>
  <p:notesMasterIdLst>
    <p:notesMasterId r:id="rId20"/>
  </p:notesMasterIdLst>
  <p:handoutMasterIdLst>
    <p:handoutMasterId r:id="rId21"/>
  </p:handoutMasterIdLst>
  <p:sldIdLst>
    <p:sldId id="259" r:id="rId4"/>
    <p:sldId id="262" r:id="rId5"/>
    <p:sldId id="263" r:id="rId6"/>
    <p:sldId id="277" r:id="rId7"/>
    <p:sldId id="264" r:id="rId8"/>
    <p:sldId id="265" r:id="rId9"/>
    <p:sldId id="266" r:id="rId10"/>
    <p:sldId id="267" r:id="rId11"/>
    <p:sldId id="271" r:id="rId12"/>
    <p:sldId id="272" r:id="rId13"/>
    <p:sldId id="276" r:id="rId14"/>
    <p:sldId id="268" r:id="rId15"/>
    <p:sldId id="269" r:id="rId16"/>
    <p:sldId id="270"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09" userDrawn="1">
          <p15:clr>
            <a:srgbClr val="A4A3A4"/>
          </p15:clr>
        </p15:guide>
        <p15:guide id="2" pos="45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006F"/>
    <a:srgbClr val="509E2F"/>
    <a:srgbClr val="003B49"/>
    <a:srgbClr val="B2B4B2"/>
    <a:srgbClr val="005F8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77193" autoAdjust="0"/>
  </p:normalViewPr>
  <p:slideViewPr>
    <p:cSldViewPr snapToGrid="0" snapToObjects="1" showGuides="1">
      <p:cViewPr>
        <p:scale>
          <a:sx n="90" d="100"/>
          <a:sy n="90" d="100"/>
        </p:scale>
        <p:origin x="-750" y="-150"/>
      </p:cViewPr>
      <p:guideLst>
        <p:guide orient="horz" pos="2109"/>
        <p:guide pos="459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258EE4D-8A6D-FE43-9221-048F51E281B9}" type="datetimeFigureOut">
              <a:rPr lang="en-US" smtClean="0"/>
              <a:t>4/28/2018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D20F39-116C-1340-B5D6-764DD69AD68F}" type="slidenum">
              <a:rPr lang="en-US" smtClean="0"/>
              <a:t>‹#›</a:t>
            </a:fld>
            <a:endParaRPr lang="en-US"/>
          </a:p>
        </p:txBody>
      </p:sp>
    </p:spTree>
    <p:extLst>
      <p:ext uri="{BB962C8B-B14F-4D97-AF65-F5344CB8AC3E}">
        <p14:creationId xmlns:p14="http://schemas.microsoft.com/office/powerpoint/2010/main" val="432078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7A409-0916-C24A-9C7C-E1E21F8D241F}" type="datetimeFigureOut">
              <a:rPr lang="en-US" smtClean="0"/>
              <a:t>4/28/2018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67E6F-A40B-6342-AB2C-B3624B0BA9AB}" type="slidenum">
              <a:rPr lang="en-US" smtClean="0"/>
              <a:t>‹#›</a:t>
            </a:fld>
            <a:endParaRPr lang="en-US"/>
          </a:p>
        </p:txBody>
      </p:sp>
    </p:spTree>
    <p:extLst>
      <p:ext uri="{BB962C8B-B14F-4D97-AF65-F5344CB8AC3E}">
        <p14:creationId xmlns:p14="http://schemas.microsoft.com/office/powerpoint/2010/main" val="249357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Based on the feature selection, we can see that the important value of PM2.5 is the highest, PM10 ranks the second score of importance score, CO and O3 rank the 3rd and 4th important features. This result is consistent with the correlation analysis.</a:t>
            </a:r>
          </a:p>
          <a:p>
            <a:endParaRPr lang="en-US" dirty="0"/>
          </a:p>
        </p:txBody>
      </p:sp>
      <p:sp>
        <p:nvSpPr>
          <p:cNvPr id="4" name="Slide Number Placeholder 3"/>
          <p:cNvSpPr>
            <a:spLocks noGrp="1"/>
          </p:cNvSpPr>
          <p:nvPr>
            <p:ph type="sldNum" sz="quarter" idx="10"/>
          </p:nvPr>
        </p:nvSpPr>
        <p:spPr/>
        <p:txBody>
          <a:bodyPr/>
          <a:lstStyle/>
          <a:p>
            <a:fld id="{EB667E6F-A40B-6342-AB2C-B3624B0BA9AB}" type="slidenum">
              <a:rPr lang="en-US" smtClean="0"/>
              <a:t>9</a:t>
            </a:fld>
            <a:endParaRPr lang="en-US"/>
          </a:p>
        </p:txBody>
      </p:sp>
    </p:spTree>
    <p:extLst>
      <p:ext uri="{BB962C8B-B14F-4D97-AF65-F5344CB8AC3E}">
        <p14:creationId xmlns:p14="http://schemas.microsoft.com/office/powerpoint/2010/main" val="11476603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ext Placeholder 5"/>
          <p:cNvSpPr>
            <a:spLocks noGrp="1"/>
          </p:cNvSpPr>
          <p:nvPr>
            <p:ph type="body" sz="quarter" idx="10" hasCustomPrompt="1"/>
          </p:nvPr>
        </p:nvSpPr>
        <p:spPr>
          <a:xfrm>
            <a:off x="895676" y="2046061"/>
            <a:ext cx="9296400" cy="2641756"/>
          </a:xfrm>
          <a:prstGeom prst="rect">
            <a:avLst/>
          </a:prstGeom>
        </p:spPr>
        <p:txBody>
          <a:bodyPr>
            <a:normAutofit/>
          </a:bodyPr>
          <a:lstStyle>
            <a:lvl1pPr marL="0" indent="0">
              <a:lnSpc>
                <a:spcPct val="100000"/>
              </a:lnSpc>
              <a:buNone/>
              <a:defRPr sz="5000" b="0" i="0" baseline="0">
                <a:solidFill>
                  <a:srgbClr val="509E2F"/>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TITLE HERE</a:t>
            </a:r>
          </a:p>
          <a:p>
            <a:pPr lvl="0"/>
            <a:r>
              <a:rPr lang="en-US" dirty="0"/>
              <a:t>ORGON SLAB MEDIUM, 50 PT. </a:t>
            </a:r>
          </a:p>
        </p:txBody>
      </p:sp>
      <p:pic>
        <p:nvPicPr>
          <p:cNvPr id="9" name="Picture 8"/>
          <p:cNvPicPr>
            <a:picLocks noChangeAspect="1"/>
          </p:cNvPicPr>
          <p:nvPr userDrawn="1"/>
        </p:nvPicPr>
        <p:blipFill>
          <a:blip r:embed="rId2"/>
          <a:stretch>
            <a:fillRect/>
          </a:stretch>
        </p:blipFill>
        <p:spPr>
          <a:xfrm>
            <a:off x="10192512" y="5522977"/>
            <a:ext cx="1796288" cy="1089660"/>
          </a:xfrm>
          <a:prstGeom prst="rect">
            <a:avLst/>
          </a:prstGeom>
        </p:spPr>
      </p:pic>
      <p:pic>
        <p:nvPicPr>
          <p:cNvPr id="6" name="Picture 5" descr="SquGrid_362.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100"/>
            <a:ext cx="12192000" cy="457200"/>
          </a:xfrm>
          <a:prstGeom prst="rect">
            <a:avLst/>
          </a:prstGeom>
        </p:spPr>
      </p:pic>
    </p:spTree>
    <p:extLst>
      <p:ext uri="{BB962C8B-B14F-4D97-AF65-F5344CB8AC3E}">
        <p14:creationId xmlns:p14="http://schemas.microsoft.com/office/powerpoint/2010/main" val="3397191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 Subheader + Content">
    <p:spTree>
      <p:nvGrpSpPr>
        <p:cNvPr id="1" name=""/>
        <p:cNvGrpSpPr/>
        <p:nvPr/>
      </p:nvGrpSpPr>
      <p:grpSpPr>
        <a:xfrm>
          <a:off x="0" y="0"/>
          <a:ext cx="0" cy="0"/>
          <a:chOff x="0" y="0"/>
          <a:chExt cx="0" cy="0"/>
        </a:xfrm>
      </p:grpSpPr>
      <p:sp>
        <p:nvSpPr>
          <p:cNvPr id="4" name="Text Placeholder 9"/>
          <p:cNvSpPr>
            <a:spLocks noGrp="1"/>
          </p:cNvSpPr>
          <p:nvPr>
            <p:ph type="body" sz="quarter" idx="11" hasCustomPrompt="1"/>
          </p:nvPr>
        </p:nvSpPr>
        <p:spPr>
          <a:xfrm>
            <a:off x="877824" y="2320242"/>
            <a:ext cx="10929485" cy="3117863"/>
          </a:xfrm>
          <a:prstGeom prst="rect">
            <a:avLst/>
          </a:prstGeom>
        </p:spPr>
        <p:txBody>
          <a:bodyPr/>
          <a:lstStyle>
            <a:lvl1pPr marL="342900" indent="-342900">
              <a:buFont typeface="Lucida Grande"/>
              <a:buChar char="&gt;"/>
              <a:defRPr sz="2400" b="0" i="0" baseline="0">
                <a:solidFill>
                  <a:srgbClr val="509E2F"/>
                </a:solidFill>
                <a:latin typeface="Orgon Slab ExtraLight"/>
                <a:cs typeface="Orgon Slab ExtraLight"/>
              </a:defRPr>
            </a:lvl1pPr>
            <a:lvl2pPr>
              <a:defRPr sz="2000" b="0" i="0" baseline="0">
                <a:solidFill>
                  <a:srgbClr val="509E2F"/>
                </a:solidFill>
                <a:latin typeface="Orgon Slab ExtraLight"/>
                <a:cs typeface="Orgon Slab ExtraLight"/>
              </a:defRPr>
            </a:lvl2pPr>
            <a:lvl3pPr marL="1143000" indent="-228600">
              <a:buSzPct val="100000"/>
              <a:buFont typeface="Lucida Grande"/>
              <a:buChar char="&gt;"/>
              <a:defRPr sz="1800" b="0" i="0" baseline="0">
                <a:solidFill>
                  <a:srgbClr val="509E2F"/>
                </a:solidFill>
                <a:latin typeface="Orgon Slab ExtraLight"/>
                <a:cs typeface="Orgon Slab ExtraLight"/>
              </a:defRPr>
            </a:lvl3pPr>
            <a:lvl4pPr>
              <a:defRPr sz="1600" b="0" i="0" baseline="0">
                <a:solidFill>
                  <a:srgbClr val="509E2F"/>
                </a:solidFill>
                <a:latin typeface="Orgon Slab ExtraLight"/>
                <a:cs typeface="Orgon Slab ExtraLight"/>
              </a:defRPr>
            </a:lvl4pPr>
            <a:lvl5pPr marL="2057400" indent="-228600">
              <a:buFont typeface="Lucida Grande"/>
              <a:buChar char="&gt;"/>
              <a:defRPr sz="1400" b="0" i="0" baseline="0">
                <a:solidFill>
                  <a:srgbClr val="509E2F"/>
                </a:solidFill>
                <a:latin typeface="Orgon Slab ExtraLight"/>
                <a:cs typeface="Orgon Slab ExtraLight"/>
              </a:defRPr>
            </a:lvl5pPr>
          </a:lstStyle>
          <a:p>
            <a:pPr lvl="0"/>
            <a:r>
              <a:rPr lang="en-US" dirty="0"/>
              <a:t>Content here (</a:t>
            </a:r>
            <a:r>
              <a:rPr lang="en-US" dirty="0" err="1"/>
              <a:t>Orgon</a:t>
            </a:r>
            <a:r>
              <a:rPr lang="en-US" dirty="0"/>
              <a:t> Slab </a:t>
            </a:r>
            <a:r>
              <a:rPr lang="en-US" dirty="0" err="1"/>
              <a:t>ExtraLight</a:t>
            </a:r>
            <a:r>
              <a:rPr lang="en-US" dirty="0"/>
              <a:t>, 24 pt.)</a:t>
            </a:r>
          </a:p>
          <a:p>
            <a:pPr lvl="1"/>
            <a:r>
              <a:rPr lang="en-US" dirty="0"/>
              <a:t>Second level (</a:t>
            </a:r>
            <a:r>
              <a:rPr lang="en-US" dirty="0" err="1"/>
              <a:t>Orgon</a:t>
            </a:r>
            <a:r>
              <a:rPr lang="en-US" dirty="0"/>
              <a:t> Slab </a:t>
            </a:r>
            <a:r>
              <a:rPr lang="en-US" dirty="0" err="1"/>
              <a:t>ExtraLight</a:t>
            </a:r>
            <a:r>
              <a:rPr lang="en-US" dirty="0"/>
              <a:t>, 20)</a:t>
            </a:r>
          </a:p>
          <a:p>
            <a:pPr lvl="2"/>
            <a:r>
              <a:rPr lang="en-US" dirty="0"/>
              <a:t>Third level (</a:t>
            </a:r>
            <a:r>
              <a:rPr lang="en-US" dirty="0" err="1"/>
              <a:t>Orgon</a:t>
            </a:r>
            <a:r>
              <a:rPr lang="en-US" dirty="0"/>
              <a:t> Slab </a:t>
            </a:r>
            <a:r>
              <a:rPr lang="en-US" dirty="0" err="1"/>
              <a:t>ExtraLight</a:t>
            </a:r>
            <a:r>
              <a:rPr lang="en-US" dirty="0"/>
              <a:t>, 18)</a:t>
            </a:r>
          </a:p>
          <a:p>
            <a:pPr lvl="3"/>
            <a:r>
              <a:rPr lang="en-US" dirty="0"/>
              <a:t>Fourth level (</a:t>
            </a:r>
            <a:r>
              <a:rPr lang="en-US" dirty="0" err="1"/>
              <a:t>Orgon</a:t>
            </a:r>
            <a:r>
              <a:rPr lang="en-US" dirty="0"/>
              <a:t> Slab </a:t>
            </a:r>
            <a:r>
              <a:rPr lang="en-US" dirty="0" err="1"/>
              <a:t>ExtraLight</a:t>
            </a:r>
            <a:r>
              <a:rPr lang="en-US" dirty="0"/>
              <a:t>, 16)</a:t>
            </a:r>
          </a:p>
          <a:p>
            <a:pPr lvl="4"/>
            <a:r>
              <a:rPr lang="en-US" dirty="0"/>
              <a:t>Fifth level (</a:t>
            </a:r>
            <a:r>
              <a:rPr lang="en-US" dirty="0" err="1"/>
              <a:t>Orgon</a:t>
            </a:r>
            <a:r>
              <a:rPr lang="en-US" dirty="0"/>
              <a:t> Slab </a:t>
            </a:r>
            <a:r>
              <a:rPr lang="en-US" dirty="0" err="1"/>
              <a:t>ExtraLight</a:t>
            </a:r>
            <a:r>
              <a:rPr lang="en-US" dirty="0"/>
              <a:t>, 14)</a:t>
            </a:r>
          </a:p>
        </p:txBody>
      </p:sp>
      <p:sp>
        <p:nvSpPr>
          <p:cNvPr id="6" name="Text Placeholder 5"/>
          <p:cNvSpPr>
            <a:spLocks noGrp="1"/>
          </p:cNvSpPr>
          <p:nvPr>
            <p:ph type="body" sz="quarter" idx="12" hasCustomPrompt="1"/>
          </p:nvPr>
        </p:nvSpPr>
        <p:spPr>
          <a:xfrm>
            <a:off x="895676" y="1730669"/>
            <a:ext cx="10912883" cy="411171"/>
          </a:xfrm>
          <a:prstGeom prst="rect">
            <a:avLst/>
          </a:prstGeom>
        </p:spPr>
        <p:txBody>
          <a:bodyPr>
            <a:noAutofit/>
          </a:bodyPr>
          <a:lstStyle>
            <a:lvl1pPr marL="0" indent="0">
              <a:lnSpc>
                <a:spcPct val="90000"/>
              </a:lnSpc>
              <a:buNone/>
              <a:defRPr sz="2400" b="0" i="0" baseline="0">
                <a:solidFill>
                  <a:srgbClr val="509E2F"/>
                </a:solidFill>
                <a:latin typeface="Orgon Slab Light"/>
                <a:cs typeface="Orgon Slab Light"/>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SUB-HEADER HERE (ORGON SLAB LIGHT, 24 PT.)</a:t>
            </a:r>
          </a:p>
        </p:txBody>
      </p:sp>
      <p:pic>
        <p:nvPicPr>
          <p:cNvPr id="8" name="Picture 7"/>
          <p:cNvPicPr>
            <a:picLocks noChangeAspect="1"/>
          </p:cNvPicPr>
          <p:nvPr userDrawn="1"/>
        </p:nvPicPr>
        <p:blipFill>
          <a:blip r:embed="rId2"/>
          <a:stretch>
            <a:fillRect/>
          </a:stretch>
        </p:blipFill>
        <p:spPr>
          <a:xfrm>
            <a:off x="10192512" y="5522977"/>
            <a:ext cx="1796288" cy="1089660"/>
          </a:xfrm>
          <a:prstGeom prst="rect">
            <a:avLst/>
          </a:prstGeom>
        </p:spPr>
      </p:pic>
      <p:pic>
        <p:nvPicPr>
          <p:cNvPr id="10" name="Picture 9" descr="SquGrid_362.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100"/>
            <a:ext cx="12192000" cy="457200"/>
          </a:xfrm>
          <a:prstGeom prst="rect">
            <a:avLst/>
          </a:prstGeom>
        </p:spPr>
      </p:pic>
      <p:sp>
        <p:nvSpPr>
          <p:cNvPr id="7" name="Text Placeholder 5"/>
          <p:cNvSpPr>
            <a:spLocks noGrp="1"/>
          </p:cNvSpPr>
          <p:nvPr>
            <p:ph type="body" sz="quarter" idx="13" hasCustomPrompt="1"/>
          </p:nvPr>
        </p:nvSpPr>
        <p:spPr>
          <a:xfrm>
            <a:off x="1098876" y="523911"/>
            <a:ext cx="10912883" cy="991999"/>
          </a:xfrm>
          <a:prstGeom prst="rect">
            <a:avLst/>
          </a:prstGeom>
        </p:spPr>
        <p:txBody>
          <a:bodyPr>
            <a:normAutofit/>
          </a:bodyPr>
          <a:lstStyle>
            <a:lvl1pPr marL="0" indent="0">
              <a:lnSpc>
                <a:spcPct val="90000"/>
              </a:lnSpc>
              <a:buNone/>
              <a:defRPr sz="3000" b="0" i="0" baseline="0">
                <a:solidFill>
                  <a:srgbClr val="509E2F"/>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Tree>
    <p:extLst>
      <p:ext uri="{BB962C8B-B14F-4D97-AF65-F5344CB8AC3E}">
        <p14:creationId xmlns:p14="http://schemas.microsoft.com/office/powerpoint/2010/main" val="3072872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 Content">
    <p:spTree>
      <p:nvGrpSpPr>
        <p:cNvPr id="1" name=""/>
        <p:cNvGrpSpPr/>
        <p:nvPr/>
      </p:nvGrpSpPr>
      <p:grpSpPr>
        <a:xfrm>
          <a:off x="0" y="0"/>
          <a:ext cx="0" cy="0"/>
          <a:chOff x="0" y="0"/>
          <a:chExt cx="0" cy="0"/>
        </a:xfrm>
      </p:grpSpPr>
      <p:sp>
        <p:nvSpPr>
          <p:cNvPr id="6" name="Text Placeholder 9"/>
          <p:cNvSpPr>
            <a:spLocks noGrp="1"/>
          </p:cNvSpPr>
          <p:nvPr>
            <p:ph type="body" sz="quarter" idx="11" hasCustomPrompt="1"/>
          </p:nvPr>
        </p:nvSpPr>
        <p:spPr>
          <a:xfrm>
            <a:off x="879073" y="1736727"/>
            <a:ext cx="10928280" cy="3701376"/>
          </a:xfrm>
          <a:prstGeom prst="rect">
            <a:avLst/>
          </a:prstGeom>
        </p:spPr>
        <p:txBody>
          <a:bodyPr/>
          <a:lstStyle>
            <a:lvl1pPr marL="342900" indent="-342900">
              <a:buFont typeface="Lucida Grande"/>
              <a:buChar char="&gt;"/>
              <a:defRPr sz="2400" b="0" i="0" baseline="0">
                <a:solidFill>
                  <a:srgbClr val="509E2F"/>
                </a:solidFill>
                <a:latin typeface="Orgon Slab Light"/>
                <a:cs typeface="Orgon Slab Light"/>
              </a:defRPr>
            </a:lvl1pPr>
            <a:lvl2pPr>
              <a:defRPr sz="2000" b="0" i="0" baseline="0">
                <a:solidFill>
                  <a:srgbClr val="509E2F"/>
                </a:solidFill>
                <a:latin typeface="Orgon Slab Light"/>
                <a:cs typeface="Orgon Slab Light"/>
              </a:defRPr>
            </a:lvl2pPr>
            <a:lvl3pPr marL="1143000" indent="-228600">
              <a:buSzPct val="100000"/>
              <a:buFont typeface="Lucida Grande"/>
              <a:buChar char="&gt;"/>
              <a:defRPr sz="1800" b="0" i="0" baseline="0">
                <a:solidFill>
                  <a:srgbClr val="509E2F"/>
                </a:solidFill>
                <a:latin typeface="Orgon Slab Light"/>
                <a:cs typeface="Orgon Slab Light"/>
              </a:defRPr>
            </a:lvl3pPr>
            <a:lvl4pPr>
              <a:defRPr sz="1600" b="0" i="0" baseline="0">
                <a:solidFill>
                  <a:srgbClr val="509E2F"/>
                </a:solidFill>
                <a:latin typeface="Orgon Slab Light"/>
                <a:cs typeface="Orgon Slab Light"/>
              </a:defRPr>
            </a:lvl4pPr>
            <a:lvl5pPr marL="2057400" indent="-228600">
              <a:buFont typeface="Lucida Grande"/>
              <a:buChar char="&gt;"/>
              <a:defRPr sz="1400" b="0" i="0" baseline="0">
                <a:solidFill>
                  <a:srgbClr val="509E2F"/>
                </a:solidFill>
                <a:latin typeface="Orgon Slab Light"/>
                <a:cs typeface="Orgon Slab Light"/>
              </a:defRPr>
            </a:lvl5pPr>
          </a:lstStyle>
          <a:p>
            <a:pPr lvl="0"/>
            <a:r>
              <a:rPr lang="en-US" dirty="0"/>
              <a:t>Bulleted content here (</a:t>
            </a:r>
            <a:r>
              <a:rPr lang="en-US" dirty="0" err="1"/>
              <a:t>Orgon</a:t>
            </a:r>
            <a:r>
              <a:rPr lang="en-US" dirty="0"/>
              <a:t> Slab Light, 24 pt.)</a:t>
            </a:r>
          </a:p>
          <a:p>
            <a:pPr lvl="1"/>
            <a:r>
              <a:rPr lang="en-US" dirty="0"/>
              <a:t>Second level (</a:t>
            </a:r>
            <a:r>
              <a:rPr lang="en-US" dirty="0" err="1"/>
              <a:t>Orgon</a:t>
            </a:r>
            <a:r>
              <a:rPr lang="en-US" dirty="0"/>
              <a:t> Slab Light, 20)</a:t>
            </a:r>
          </a:p>
          <a:p>
            <a:pPr lvl="2"/>
            <a:r>
              <a:rPr lang="en-US" dirty="0"/>
              <a:t>Third level (</a:t>
            </a:r>
            <a:r>
              <a:rPr lang="en-US" dirty="0" err="1"/>
              <a:t>Orgon</a:t>
            </a:r>
            <a:r>
              <a:rPr lang="en-US" dirty="0"/>
              <a:t> Slab Light, 18)</a:t>
            </a:r>
          </a:p>
          <a:p>
            <a:pPr lvl="3"/>
            <a:r>
              <a:rPr lang="en-US" dirty="0"/>
              <a:t>Fourth level (</a:t>
            </a:r>
            <a:r>
              <a:rPr lang="en-US" dirty="0" err="1"/>
              <a:t>Orgon</a:t>
            </a:r>
            <a:r>
              <a:rPr lang="en-US" dirty="0"/>
              <a:t> Slab Light, 16)</a:t>
            </a:r>
          </a:p>
          <a:p>
            <a:pPr lvl="4"/>
            <a:r>
              <a:rPr lang="en-US" dirty="0"/>
              <a:t>Fifth level (</a:t>
            </a:r>
            <a:r>
              <a:rPr lang="en-US" dirty="0" err="1"/>
              <a:t>Orgon</a:t>
            </a:r>
            <a:r>
              <a:rPr lang="en-US" dirty="0"/>
              <a:t> Slab Light, 14)</a:t>
            </a:r>
          </a:p>
        </p:txBody>
      </p:sp>
      <p:pic>
        <p:nvPicPr>
          <p:cNvPr id="9" name="Picture 8" descr="SquGrid_36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5100"/>
            <a:ext cx="12192000" cy="457200"/>
          </a:xfrm>
          <a:prstGeom prst="rect">
            <a:avLst/>
          </a:prstGeom>
        </p:spPr>
      </p:pic>
      <p:pic>
        <p:nvPicPr>
          <p:cNvPr id="11" name="Picture 10"/>
          <p:cNvPicPr>
            <a:picLocks noChangeAspect="1"/>
          </p:cNvPicPr>
          <p:nvPr userDrawn="1"/>
        </p:nvPicPr>
        <p:blipFill>
          <a:blip r:embed="rId3"/>
          <a:stretch>
            <a:fillRect/>
          </a:stretch>
        </p:blipFill>
        <p:spPr>
          <a:xfrm>
            <a:off x="10192512" y="5522977"/>
            <a:ext cx="1796288" cy="1089660"/>
          </a:xfrm>
          <a:prstGeom prst="rect">
            <a:avLst/>
          </a:prstGeom>
        </p:spPr>
      </p:pic>
      <p:sp>
        <p:nvSpPr>
          <p:cNvPr id="7" name="Text Placeholder 5"/>
          <p:cNvSpPr>
            <a:spLocks noGrp="1"/>
          </p:cNvSpPr>
          <p:nvPr>
            <p:ph type="body" sz="quarter" idx="12" hasCustomPrompt="1"/>
          </p:nvPr>
        </p:nvSpPr>
        <p:spPr>
          <a:xfrm>
            <a:off x="1098876" y="523911"/>
            <a:ext cx="10912883" cy="991999"/>
          </a:xfrm>
          <a:prstGeom prst="rect">
            <a:avLst/>
          </a:prstGeom>
        </p:spPr>
        <p:txBody>
          <a:bodyPr>
            <a:normAutofit/>
          </a:bodyPr>
          <a:lstStyle>
            <a:lvl1pPr marL="0" indent="0">
              <a:lnSpc>
                <a:spcPct val="90000"/>
              </a:lnSpc>
              <a:buNone/>
              <a:defRPr sz="3000" b="0" i="0" baseline="0">
                <a:solidFill>
                  <a:srgbClr val="509E2F"/>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Tree>
    <p:extLst>
      <p:ext uri="{BB962C8B-B14F-4D97-AF65-F5344CB8AC3E}">
        <p14:creationId xmlns:p14="http://schemas.microsoft.com/office/powerpoint/2010/main" val="1450220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1022354" y="1736726"/>
            <a:ext cx="10695516" cy="3656655"/>
          </a:xfrm>
          <a:prstGeom prst="rect">
            <a:avLst/>
          </a:prstGeom>
        </p:spPr>
        <p:txBody>
          <a:bodyPr>
            <a:normAutofit/>
          </a:bodyPr>
          <a:lstStyle>
            <a:lvl1pPr marL="0" indent="0">
              <a:buNone/>
              <a:defRPr sz="2400" b="0" i="0" baseline="0">
                <a:solidFill>
                  <a:srgbClr val="509E2F"/>
                </a:solidFill>
                <a:latin typeface="Orgon Slab Light"/>
                <a:cs typeface="Orgon Slab Light"/>
              </a:defRPr>
            </a:lvl1pPr>
          </a:lstStyle>
          <a:p>
            <a:r>
              <a:rPr lang="en-US" dirty="0"/>
              <a:t>Graphic Here</a:t>
            </a:r>
          </a:p>
        </p:txBody>
      </p:sp>
      <p:pic>
        <p:nvPicPr>
          <p:cNvPr id="8" name="Picture 7" descr="SquGrid_36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5100"/>
            <a:ext cx="12192000" cy="457200"/>
          </a:xfrm>
          <a:prstGeom prst="rect">
            <a:avLst/>
          </a:prstGeom>
        </p:spPr>
      </p:pic>
      <p:pic>
        <p:nvPicPr>
          <p:cNvPr id="9" name="Picture 8"/>
          <p:cNvPicPr>
            <a:picLocks noChangeAspect="1"/>
          </p:cNvPicPr>
          <p:nvPr userDrawn="1"/>
        </p:nvPicPr>
        <p:blipFill>
          <a:blip r:embed="rId3"/>
          <a:stretch>
            <a:fillRect/>
          </a:stretch>
        </p:blipFill>
        <p:spPr>
          <a:xfrm>
            <a:off x="10192512" y="5522977"/>
            <a:ext cx="1796288" cy="1089660"/>
          </a:xfrm>
          <a:prstGeom prst="rect">
            <a:avLst/>
          </a:prstGeom>
        </p:spPr>
      </p:pic>
      <p:sp>
        <p:nvSpPr>
          <p:cNvPr id="6" name="Text Placeholder 5"/>
          <p:cNvSpPr>
            <a:spLocks noGrp="1"/>
          </p:cNvSpPr>
          <p:nvPr>
            <p:ph type="body" sz="quarter" idx="13" hasCustomPrompt="1"/>
          </p:nvPr>
        </p:nvSpPr>
        <p:spPr>
          <a:xfrm>
            <a:off x="1098876" y="523911"/>
            <a:ext cx="10912883" cy="991999"/>
          </a:xfrm>
          <a:prstGeom prst="rect">
            <a:avLst/>
          </a:prstGeom>
        </p:spPr>
        <p:txBody>
          <a:bodyPr>
            <a:normAutofit/>
          </a:bodyPr>
          <a:lstStyle>
            <a:lvl1pPr marL="0" indent="0">
              <a:lnSpc>
                <a:spcPct val="90000"/>
              </a:lnSpc>
              <a:buNone/>
              <a:defRPr sz="3000" b="0" i="0" baseline="0">
                <a:solidFill>
                  <a:srgbClr val="509E2F"/>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Tree>
    <p:extLst>
      <p:ext uri="{BB962C8B-B14F-4D97-AF65-F5344CB8AC3E}">
        <p14:creationId xmlns:p14="http://schemas.microsoft.com/office/powerpoint/2010/main" val="2489552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ext Placeholder 5"/>
          <p:cNvSpPr>
            <a:spLocks noGrp="1"/>
          </p:cNvSpPr>
          <p:nvPr>
            <p:ph type="body" sz="quarter" idx="10" hasCustomPrompt="1"/>
          </p:nvPr>
        </p:nvSpPr>
        <p:spPr>
          <a:xfrm>
            <a:off x="895676" y="1894009"/>
            <a:ext cx="9296400" cy="2641756"/>
          </a:xfrm>
          <a:prstGeom prst="rect">
            <a:avLst/>
          </a:prstGeom>
        </p:spPr>
        <p:txBody>
          <a:bodyPr>
            <a:normAutofit/>
          </a:bodyPr>
          <a:lstStyle>
            <a:lvl1pPr marL="0" indent="0">
              <a:lnSpc>
                <a:spcPct val="100000"/>
              </a:lnSpc>
              <a:buNone/>
              <a:defRPr sz="5000" b="0" i="0" baseline="0">
                <a:solidFill>
                  <a:srgbClr val="003B49"/>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TITLE HERE</a:t>
            </a:r>
          </a:p>
          <a:p>
            <a:pPr lvl="0"/>
            <a:r>
              <a:rPr lang="en-US" dirty="0"/>
              <a:t>ORGON SLAB MEDIUM, 50 PT. </a:t>
            </a:r>
          </a:p>
        </p:txBody>
      </p:sp>
      <p:pic>
        <p:nvPicPr>
          <p:cNvPr id="10" name="Picture 9"/>
          <p:cNvPicPr>
            <a:picLocks noChangeAspect="1"/>
          </p:cNvPicPr>
          <p:nvPr userDrawn="1"/>
        </p:nvPicPr>
        <p:blipFill>
          <a:blip r:embed="rId2"/>
          <a:stretch>
            <a:fillRect/>
          </a:stretch>
        </p:blipFill>
        <p:spPr>
          <a:xfrm>
            <a:off x="10192076" y="5522384"/>
            <a:ext cx="1799288" cy="1091480"/>
          </a:xfrm>
          <a:prstGeom prst="rect">
            <a:avLst/>
          </a:prstGeom>
        </p:spPr>
      </p:pic>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spTree>
    <p:extLst>
      <p:ext uri="{BB962C8B-B14F-4D97-AF65-F5344CB8AC3E}">
        <p14:creationId xmlns:p14="http://schemas.microsoft.com/office/powerpoint/2010/main" val="3029503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003B49"/>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
        <p:nvSpPr>
          <p:cNvPr id="4" name="Text Placeholder 9"/>
          <p:cNvSpPr>
            <a:spLocks noGrp="1"/>
          </p:cNvSpPr>
          <p:nvPr>
            <p:ph type="body" sz="quarter" idx="11" hasCustomPrompt="1"/>
          </p:nvPr>
        </p:nvSpPr>
        <p:spPr>
          <a:xfrm>
            <a:off x="879074" y="2320240"/>
            <a:ext cx="10929485" cy="3810087"/>
          </a:xfrm>
          <a:prstGeom prst="rect">
            <a:avLst/>
          </a:prstGeom>
        </p:spPr>
        <p:txBody>
          <a:bodyPr/>
          <a:lstStyle>
            <a:lvl1pPr marL="342900" indent="-342900">
              <a:buFont typeface="Lucida Grande"/>
              <a:buChar char="&gt;"/>
              <a:defRPr sz="2400" b="0" i="0" baseline="0">
                <a:solidFill>
                  <a:srgbClr val="003B49"/>
                </a:solidFill>
                <a:latin typeface="Orgon Slab ExtraLight"/>
                <a:cs typeface="Orgon Slab ExtraLight"/>
              </a:defRPr>
            </a:lvl1pPr>
            <a:lvl2pPr>
              <a:defRPr sz="2000" b="0" i="0" baseline="0">
                <a:solidFill>
                  <a:srgbClr val="003B49"/>
                </a:solidFill>
                <a:latin typeface="Orgon Slab ExtraLight"/>
                <a:cs typeface="Orgon Slab ExtraLight"/>
              </a:defRPr>
            </a:lvl2pPr>
            <a:lvl3pPr marL="1143000" indent="-228600">
              <a:buSzPct val="100000"/>
              <a:buFont typeface="Lucida Grande"/>
              <a:buChar char="&gt;"/>
              <a:defRPr sz="1800" b="0" i="0" baseline="0">
                <a:solidFill>
                  <a:srgbClr val="003B49"/>
                </a:solidFill>
                <a:latin typeface="Orgon Slab ExtraLight"/>
                <a:cs typeface="Orgon Slab ExtraLight"/>
              </a:defRPr>
            </a:lvl3pPr>
            <a:lvl4pPr>
              <a:defRPr sz="1600" b="0" i="0" baseline="0">
                <a:solidFill>
                  <a:srgbClr val="003B49"/>
                </a:solidFill>
                <a:latin typeface="Orgon Slab ExtraLight"/>
                <a:cs typeface="Orgon Slab ExtraLight"/>
              </a:defRPr>
            </a:lvl4pPr>
            <a:lvl5pPr marL="2057400" indent="-228600">
              <a:buFont typeface="Lucida Grande"/>
              <a:buChar char="&gt;"/>
              <a:defRPr sz="1400" b="0" i="0" baseline="0">
                <a:solidFill>
                  <a:srgbClr val="003B49"/>
                </a:solidFill>
                <a:latin typeface="Orgon Slab ExtraLight"/>
                <a:cs typeface="Orgon Slab ExtraLight"/>
              </a:defRPr>
            </a:lvl5pPr>
          </a:lstStyle>
          <a:p>
            <a:pPr lvl="0"/>
            <a:r>
              <a:rPr lang="en-US" dirty="0"/>
              <a:t>Content here (</a:t>
            </a:r>
            <a:r>
              <a:rPr lang="en-US" dirty="0" err="1"/>
              <a:t>Orgon</a:t>
            </a:r>
            <a:r>
              <a:rPr lang="en-US" dirty="0"/>
              <a:t> Slab </a:t>
            </a:r>
            <a:r>
              <a:rPr lang="en-US" dirty="0" err="1"/>
              <a:t>ExtraLight</a:t>
            </a:r>
            <a:r>
              <a:rPr lang="en-US" dirty="0"/>
              <a:t>, 24 pt.)</a:t>
            </a:r>
          </a:p>
          <a:p>
            <a:pPr lvl="1"/>
            <a:r>
              <a:rPr lang="en-US" dirty="0"/>
              <a:t>Second level (</a:t>
            </a:r>
            <a:r>
              <a:rPr lang="en-US" dirty="0" err="1"/>
              <a:t>Orgon</a:t>
            </a:r>
            <a:r>
              <a:rPr lang="en-US" dirty="0"/>
              <a:t> Slab </a:t>
            </a:r>
            <a:r>
              <a:rPr lang="en-US" dirty="0" err="1"/>
              <a:t>ExtraLight</a:t>
            </a:r>
            <a:r>
              <a:rPr lang="en-US" dirty="0"/>
              <a:t>, 20)</a:t>
            </a:r>
          </a:p>
          <a:p>
            <a:pPr lvl="2"/>
            <a:r>
              <a:rPr lang="en-US" dirty="0"/>
              <a:t>Third level (</a:t>
            </a:r>
            <a:r>
              <a:rPr lang="en-US" dirty="0" err="1"/>
              <a:t>Orgon</a:t>
            </a:r>
            <a:r>
              <a:rPr lang="en-US" dirty="0"/>
              <a:t> Slab </a:t>
            </a:r>
            <a:r>
              <a:rPr lang="en-US" dirty="0" err="1"/>
              <a:t>ExtraLight</a:t>
            </a:r>
            <a:r>
              <a:rPr lang="en-US" dirty="0"/>
              <a:t>, 18)</a:t>
            </a:r>
          </a:p>
          <a:p>
            <a:pPr lvl="3"/>
            <a:r>
              <a:rPr lang="en-US" dirty="0"/>
              <a:t>Fourth level (</a:t>
            </a:r>
            <a:r>
              <a:rPr lang="en-US" dirty="0" err="1"/>
              <a:t>Orgon</a:t>
            </a:r>
            <a:r>
              <a:rPr lang="en-US" dirty="0"/>
              <a:t> Slab </a:t>
            </a:r>
            <a:r>
              <a:rPr lang="en-US" dirty="0" err="1"/>
              <a:t>ExtraLight</a:t>
            </a:r>
            <a:r>
              <a:rPr lang="en-US" dirty="0"/>
              <a:t>, 16)</a:t>
            </a:r>
          </a:p>
          <a:p>
            <a:pPr lvl="4"/>
            <a:r>
              <a:rPr lang="en-US" dirty="0"/>
              <a:t>Fifth level (</a:t>
            </a:r>
            <a:r>
              <a:rPr lang="en-US" dirty="0" err="1"/>
              <a:t>Orgon</a:t>
            </a:r>
            <a:r>
              <a:rPr lang="en-US" dirty="0"/>
              <a:t> Slab </a:t>
            </a:r>
            <a:r>
              <a:rPr lang="en-US" dirty="0" err="1"/>
              <a:t>ExtraLight</a:t>
            </a:r>
            <a:r>
              <a:rPr lang="en-US" dirty="0"/>
              <a:t>, 14)</a:t>
            </a:r>
          </a:p>
        </p:txBody>
      </p:sp>
      <p:sp>
        <p:nvSpPr>
          <p:cNvPr id="6" name="Text Placeholder 5"/>
          <p:cNvSpPr>
            <a:spLocks noGrp="1"/>
          </p:cNvSpPr>
          <p:nvPr>
            <p:ph type="body" sz="quarter" idx="12" hasCustomPrompt="1"/>
          </p:nvPr>
        </p:nvSpPr>
        <p:spPr>
          <a:xfrm>
            <a:off x="895676" y="1730669"/>
            <a:ext cx="10912883" cy="411171"/>
          </a:xfrm>
          <a:prstGeom prst="rect">
            <a:avLst/>
          </a:prstGeom>
        </p:spPr>
        <p:txBody>
          <a:bodyPr>
            <a:noAutofit/>
          </a:bodyPr>
          <a:lstStyle>
            <a:lvl1pPr marL="0" indent="0">
              <a:lnSpc>
                <a:spcPct val="90000"/>
              </a:lnSpc>
              <a:buNone/>
              <a:defRPr sz="2400" b="0" i="0" baseline="0">
                <a:solidFill>
                  <a:srgbClr val="003B49"/>
                </a:solidFill>
                <a:latin typeface="Orgon Slab Light"/>
                <a:cs typeface="Orgon Slab Light"/>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SUB-HEADER HERE (ORGON SLAB LIGHT, 24 PT.)</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pic>
        <p:nvPicPr>
          <p:cNvPr id="12" name="Picture 11"/>
          <p:cNvPicPr>
            <a:picLocks noChangeAspect="1"/>
          </p:cNvPicPr>
          <p:nvPr userDrawn="1"/>
        </p:nvPicPr>
        <p:blipFill>
          <a:blip r:embed="rId3"/>
          <a:stretch>
            <a:fillRect/>
          </a:stretch>
        </p:blipFill>
        <p:spPr>
          <a:xfrm>
            <a:off x="10192076" y="5522384"/>
            <a:ext cx="1799288" cy="1091480"/>
          </a:xfrm>
          <a:prstGeom prst="rect">
            <a:avLst/>
          </a:prstGeom>
        </p:spPr>
      </p:pic>
    </p:spTree>
    <p:extLst>
      <p:ext uri="{BB962C8B-B14F-4D97-AF65-F5344CB8AC3E}">
        <p14:creationId xmlns:p14="http://schemas.microsoft.com/office/powerpoint/2010/main" val="558263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003B49"/>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
        <p:nvSpPr>
          <p:cNvPr id="6" name="Text Placeholder 9"/>
          <p:cNvSpPr>
            <a:spLocks noGrp="1"/>
          </p:cNvSpPr>
          <p:nvPr>
            <p:ph type="body" sz="quarter" idx="11" hasCustomPrompt="1"/>
          </p:nvPr>
        </p:nvSpPr>
        <p:spPr>
          <a:xfrm>
            <a:off x="879073" y="1736726"/>
            <a:ext cx="10928280" cy="4015497"/>
          </a:xfrm>
          <a:prstGeom prst="rect">
            <a:avLst/>
          </a:prstGeom>
        </p:spPr>
        <p:txBody>
          <a:bodyPr/>
          <a:lstStyle>
            <a:lvl1pPr marL="342900" indent="-342900">
              <a:buFont typeface="Lucida Grande"/>
              <a:buChar char="&gt;"/>
              <a:defRPr sz="2400" b="0" i="0" baseline="0">
                <a:solidFill>
                  <a:srgbClr val="003B49"/>
                </a:solidFill>
                <a:latin typeface="Orgon Slab Light"/>
                <a:cs typeface="Orgon Slab Light"/>
              </a:defRPr>
            </a:lvl1pPr>
            <a:lvl2pPr>
              <a:defRPr sz="2000" b="0" i="0" baseline="0">
                <a:solidFill>
                  <a:srgbClr val="003B49"/>
                </a:solidFill>
                <a:latin typeface="Orgon Slab Light"/>
                <a:cs typeface="Orgon Slab Light"/>
              </a:defRPr>
            </a:lvl2pPr>
            <a:lvl3pPr marL="1143000" indent="-228600">
              <a:buSzPct val="100000"/>
              <a:buFont typeface="Lucida Grande"/>
              <a:buChar char="&gt;"/>
              <a:defRPr sz="1800" b="0" i="0" baseline="0">
                <a:solidFill>
                  <a:srgbClr val="003B49"/>
                </a:solidFill>
                <a:latin typeface="Orgon Slab Light"/>
                <a:cs typeface="Orgon Slab Light"/>
              </a:defRPr>
            </a:lvl3pPr>
            <a:lvl4pPr>
              <a:defRPr sz="1600" b="0" i="0" baseline="0">
                <a:solidFill>
                  <a:srgbClr val="003B49"/>
                </a:solidFill>
                <a:latin typeface="Orgon Slab Light"/>
                <a:cs typeface="Orgon Slab Light"/>
              </a:defRPr>
            </a:lvl4pPr>
            <a:lvl5pPr marL="2057400" indent="-228600">
              <a:buFont typeface="Lucida Grande"/>
              <a:buChar char="&gt;"/>
              <a:defRPr sz="1400" b="0" i="0" baseline="0">
                <a:solidFill>
                  <a:srgbClr val="003B49"/>
                </a:solidFill>
                <a:latin typeface="Orgon Slab Light"/>
                <a:cs typeface="Orgon Slab Light"/>
              </a:defRPr>
            </a:lvl5pPr>
          </a:lstStyle>
          <a:p>
            <a:pPr lvl="0"/>
            <a:r>
              <a:rPr lang="en-US" dirty="0"/>
              <a:t>Bulleted content here (</a:t>
            </a:r>
            <a:r>
              <a:rPr lang="en-US" dirty="0" err="1"/>
              <a:t>Orgon</a:t>
            </a:r>
            <a:r>
              <a:rPr lang="en-US" dirty="0"/>
              <a:t> Slab Light, 24 pt.)</a:t>
            </a:r>
          </a:p>
          <a:p>
            <a:pPr lvl="1"/>
            <a:r>
              <a:rPr lang="en-US" dirty="0"/>
              <a:t>Second level (</a:t>
            </a:r>
            <a:r>
              <a:rPr lang="en-US" dirty="0" err="1"/>
              <a:t>Orgon</a:t>
            </a:r>
            <a:r>
              <a:rPr lang="en-US" dirty="0"/>
              <a:t> Slab Light, 20)</a:t>
            </a:r>
          </a:p>
          <a:p>
            <a:pPr lvl="2"/>
            <a:r>
              <a:rPr lang="en-US" dirty="0"/>
              <a:t>Third level (</a:t>
            </a:r>
            <a:r>
              <a:rPr lang="en-US" dirty="0" err="1"/>
              <a:t>Orgon</a:t>
            </a:r>
            <a:r>
              <a:rPr lang="en-US" dirty="0"/>
              <a:t> Slab Light, 18)</a:t>
            </a:r>
          </a:p>
          <a:p>
            <a:pPr lvl="3"/>
            <a:r>
              <a:rPr lang="en-US" dirty="0"/>
              <a:t>Fourth level (</a:t>
            </a:r>
            <a:r>
              <a:rPr lang="en-US" dirty="0" err="1"/>
              <a:t>Orgon</a:t>
            </a:r>
            <a:r>
              <a:rPr lang="en-US" dirty="0"/>
              <a:t> Slab Light, 16)</a:t>
            </a:r>
          </a:p>
          <a:p>
            <a:pPr lvl="4"/>
            <a:r>
              <a:rPr lang="en-US" dirty="0"/>
              <a:t>Fifth level (</a:t>
            </a:r>
            <a:r>
              <a:rPr lang="en-US" dirty="0" err="1"/>
              <a:t>Orgon</a:t>
            </a:r>
            <a:r>
              <a:rPr lang="en-US" dirty="0"/>
              <a:t> Slab Light14)</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pic>
        <p:nvPicPr>
          <p:cNvPr id="12" name="Picture 11"/>
          <p:cNvPicPr>
            <a:picLocks noChangeAspect="1"/>
          </p:cNvPicPr>
          <p:nvPr userDrawn="1"/>
        </p:nvPicPr>
        <p:blipFill>
          <a:blip r:embed="rId3"/>
          <a:stretch>
            <a:fillRect/>
          </a:stretch>
        </p:blipFill>
        <p:spPr>
          <a:xfrm>
            <a:off x="10192076" y="5522384"/>
            <a:ext cx="1799288" cy="1091480"/>
          </a:xfrm>
          <a:prstGeom prst="rect">
            <a:avLst/>
          </a:prstGeom>
        </p:spPr>
      </p:pic>
    </p:spTree>
    <p:extLst>
      <p:ext uri="{BB962C8B-B14F-4D97-AF65-F5344CB8AC3E}">
        <p14:creationId xmlns:p14="http://schemas.microsoft.com/office/powerpoint/2010/main" val="806958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1022354" y="1736726"/>
            <a:ext cx="10695516" cy="4432300"/>
          </a:xfrm>
          <a:prstGeom prst="rect">
            <a:avLst/>
          </a:prstGeom>
        </p:spPr>
        <p:txBody>
          <a:bodyPr>
            <a:normAutofit/>
          </a:bodyPr>
          <a:lstStyle>
            <a:lvl1pPr marL="0" indent="0">
              <a:buNone/>
              <a:defRPr sz="2400" b="0" i="0" baseline="0">
                <a:solidFill>
                  <a:srgbClr val="003B49"/>
                </a:solidFill>
                <a:latin typeface="Orgon Slab Light"/>
                <a:cs typeface="Orgon Slab Light"/>
              </a:defRPr>
            </a:lvl1pPr>
          </a:lstStyle>
          <a:p>
            <a:r>
              <a:rPr lang="en-US" dirty="0"/>
              <a:t>Graphic Here</a:t>
            </a:r>
          </a:p>
        </p:txBody>
      </p:sp>
      <p:sp>
        <p:nvSpPr>
          <p:cNvPr id="1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003B49"/>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pic>
        <p:nvPicPr>
          <p:cNvPr id="11" name="Picture 10"/>
          <p:cNvPicPr>
            <a:picLocks noChangeAspect="1"/>
          </p:cNvPicPr>
          <p:nvPr userDrawn="1"/>
        </p:nvPicPr>
        <p:blipFill>
          <a:blip r:embed="rId3"/>
          <a:stretch>
            <a:fillRect/>
          </a:stretch>
        </p:blipFill>
        <p:spPr>
          <a:xfrm>
            <a:off x="10192076" y="5522384"/>
            <a:ext cx="1799288" cy="1091480"/>
          </a:xfrm>
          <a:prstGeom prst="rect">
            <a:avLst/>
          </a:prstGeom>
        </p:spPr>
      </p:pic>
    </p:spTree>
    <p:extLst>
      <p:ext uri="{BB962C8B-B14F-4D97-AF65-F5344CB8AC3E}">
        <p14:creationId xmlns:p14="http://schemas.microsoft.com/office/powerpoint/2010/main" val="2724014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Text Placeholder 5"/>
          <p:cNvSpPr>
            <a:spLocks noGrp="1"/>
          </p:cNvSpPr>
          <p:nvPr>
            <p:ph type="body" sz="quarter" idx="10" hasCustomPrompt="1"/>
          </p:nvPr>
        </p:nvSpPr>
        <p:spPr>
          <a:xfrm>
            <a:off x="895676" y="1842046"/>
            <a:ext cx="9296400" cy="2641756"/>
          </a:xfrm>
          <a:prstGeom prst="rect">
            <a:avLst/>
          </a:prstGeom>
          <a:ln>
            <a:noFill/>
          </a:ln>
        </p:spPr>
        <p:txBody>
          <a:bodyPr>
            <a:normAutofit/>
          </a:bodyPr>
          <a:lstStyle>
            <a:lvl1pPr marL="0" indent="0">
              <a:lnSpc>
                <a:spcPct val="100000"/>
              </a:lnSpc>
              <a:buNone/>
              <a:defRPr sz="5000" b="0" i="0" baseline="0">
                <a:solidFill>
                  <a:srgbClr val="FAF6EC"/>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TITLE HERE</a:t>
            </a:r>
          </a:p>
          <a:p>
            <a:pPr lvl="0"/>
            <a:r>
              <a:rPr lang="en-US" dirty="0"/>
              <a:t>ORGON SLAB MEDIUM, 50 PT. </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pic>
        <p:nvPicPr>
          <p:cNvPr id="3" name="Picture 2"/>
          <p:cNvPicPr>
            <a:picLocks noChangeAspect="1"/>
          </p:cNvPicPr>
          <p:nvPr userDrawn="1"/>
        </p:nvPicPr>
        <p:blipFill>
          <a:blip r:embed="rId3"/>
          <a:stretch>
            <a:fillRect/>
          </a:stretch>
        </p:blipFill>
        <p:spPr>
          <a:xfrm>
            <a:off x="10192076" y="5522384"/>
            <a:ext cx="1799288" cy="1091480"/>
          </a:xfrm>
          <a:prstGeom prst="rect">
            <a:avLst/>
          </a:prstGeom>
        </p:spPr>
      </p:pic>
    </p:spTree>
    <p:extLst>
      <p:ext uri="{BB962C8B-B14F-4D97-AF65-F5344CB8AC3E}">
        <p14:creationId xmlns:p14="http://schemas.microsoft.com/office/powerpoint/2010/main" val="2390259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FAF6EC"/>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
        <p:nvSpPr>
          <p:cNvPr id="4" name="Text Placeholder 9"/>
          <p:cNvSpPr>
            <a:spLocks noGrp="1"/>
          </p:cNvSpPr>
          <p:nvPr>
            <p:ph type="body" sz="quarter" idx="11" hasCustomPrompt="1"/>
          </p:nvPr>
        </p:nvSpPr>
        <p:spPr>
          <a:xfrm>
            <a:off x="879074" y="2320240"/>
            <a:ext cx="10929485" cy="3810087"/>
          </a:xfrm>
          <a:prstGeom prst="rect">
            <a:avLst/>
          </a:prstGeom>
        </p:spPr>
        <p:txBody>
          <a:bodyPr/>
          <a:lstStyle>
            <a:lvl1pPr marL="342900" indent="-342900">
              <a:buFont typeface="Lucida Grande"/>
              <a:buChar char="&gt;"/>
              <a:defRPr sz="2400" b="0" i="0" baseline="0">
                <a:solidFill>
                  <a:srgbClr val="FAF6EC"/>
                </a:solidFill>
                <a:latin typeface="Orgon Slab ExtraLight"/>
                <a:cs typeface="Orgon Slab ExtraLight"/>
              </a:defRPr>
            </a:lvl1pPr>
            <a:lvl2pPr>
              <a:defRPr sz="2000" b="0" i="0" baseline="0">
                <a:solidFill>
                  <a:srgbClr val="FAF6EC"/>
                </a:solidFill>
                <a:latin typeface="Orgon Slab ExtraLight"/>
                <a:cs typeface="Orgon Slab ExtraLight"/>
              </a:defRPr>
            </a:lvl2pPr>
            <a:lvl3pPr marL="1143000" indent="-228600">
              <a:buSzPct val="100000"/>
              <a:buFont typeface="Lucida Grande"/>
              <a:buChar char="&gt;"/>
              <a:defRPr sz="1800" b="0" i="0" baseline="0">
                <a:solidFill>
                  <a:srgbClr val="FAF6EC"/>
                </a:solidFill>
                <a:latin typeface="Orgon Slab ExtraLight"/>
                <a:cs typeface="Orgon Slab ExtraLight"/>
              </a:defRPr>
            </a:lvl3pPr>
            <a:lvl4pPr>
              <a:defRPr sz="1600" b="0" i="0" baseline="0">
                <a:solidFill>
                  <a:srgbClr val="FAF6EC"/>
                </a:solidFill>
                <a:latin typeface="Orgon Slab ExtraLight"/>
                <a:cs typeface="Orgon Slab ExtraLight"/>
              </a:defRPr>
            </a:lvl4pPr>
            <a:lvl5pPr marL="2057400" indent="-228600">
              <a:buFont typeface="Lucida Grande"/>
              <a:buChar char="&gt;"/>
              <a:defRPr sz="1400" b="0" i="0" baseline="0">
                <a:solidFill>
                  <a:srgbClr val="FAF6EC"/>
                </a:solidFill>
                <a:latin typeface="Orgon Slab ExtraLight"/>
                <a:cs typeface="Orgon Slab ExtraLight"/>
              </a:defRPr>
            </a:lvl5pPr>
          </a:lstStyle>
          <a:p>
            <a:pPr lvl="0"/>
            <a:r>
              <a:rPr lang="en-US" dirty="0"/>
              <a:t>Content here (</a:t>
            </a:r>
            <a:r>
              <a:rPr lang="en-US" dirty="0" err="1"/>
              <a:t>Orgon</a:t>
            </a:r>
            <a:r>
              <a:rPr lang="en-US" dirty="0"/>
              <a:t> Slab </a:t>
            </a:r>
            <a:r>
              <a:rPr lang="en-US" dirty="0" err="1"/>
              <a:t>ExtraLight</a:t>
            </a:r>
            <a:r>
              <a:rPr lang="en-US" dirty="0"/>
              <a:t>, 24 pt.)</a:t>
            </a:r>
          </a:p>
          <a:p>
            <a:pPr lvl="1"/>
            <a:r>
              <a:rPr lang="en-US" dirty="0"/>
              <a:t>Second level (</a:t>
            </a:r>
            <a:r>
              <a:rPr lang="en-US" dirty="0" err="1"/>
              <a:t>Orgon</a:t>
            </a:r>
            <a:r>
              <a:rPr lang="en-US" dirty="0"/>
              <a:t> Slab </a:t>
            </a:r>
            <a:r>
              <a:rPr lang="en-US" dirty="0" err="1"/>
              <a:t>ExtraLight</a:t>
            </a:r>
            <a:r>
              <a:rPr lang="en-US" dirty="0"/>
              <a:t>, 20)</a:t>
            </a:r>
          </a:p>
          <a:p>
            <a:pPr lvl="2"/>
            <a:r>
              <a:rPr lang="en-US" dirty="0"/>
              <a:t>Third level (</a:t>
            </a:r>
            <a:r>
              <a:rPr lang="en-US" dirty="0" err="1"/>
              <a:t>Orgon</a:t>
            </a:r>
            <a:r>
              <a:rPr lang="en-US" dirty="0"/>
              <a:t> Slab </a:t>
            </a:r>
            <a:r>
              <a:rPr lang="en-US" dirty="0" err="1"/>
              <a:t>ExtraLight</a:t>
            </a:r>
            <a:r>
              <a:rPr lang="en-US" dirty="0"/>
              <a:t>, 18)</a:t>
            </a:r>
          </a:p>
          <a:p>
            <a:pPr lvl="3"/>
            <a:r>
              <a:rPr lang="en-US" dirty="0"/>
              <a:t>Fourth level (</a:t>
            </a:r>
            <a:r>
              <a:rPr lang="en-US" dirty="0" err="1"/>
              <a:t>Orgon</a:t>
            </a:r>
            <a:r>
              <a:rPr lang="en-US" dirty="0"/>
              <a:t> Slab </a:t>
            </a:r>
            <a:r>
              <a:rPr lang="en-US" dirty="0" err="1"/>
              <a:t>ExtraLight</a:t>
            </a:r>
            <a:r>
              <a:rPr lang="en-US" dirty="0"/>
              <a:t>, 16)</a:t>
            </a:r>
          </a:p>
          <a:p>
            <a:pPr lvl="4"/>
            <a:r>
              <a:rPr lang="en-US" dirty="0"/>
              <a:t>Fifth level (</a:t>
            </a:r>
            <a:r>
              <a:rPr lang="en-US" dirty="0" err="1"/>
              <a:t>Orgon</a:t>
            </a:r>
            <a:r>
              <a:rPr lang="en-US" dirty="0"/>
              <a:t> Slab </a:t>
            </a:r>
            <a:r>
              <a:rPr lang="en-US" dirty="0" err="1"/>
              <a:t>ExtraLight</a:t>
            </a:r>
            <a:r>
              <a:rPr lang="en-US" dirty="0"/>
              <a:t>, 14)</a:t>
            </a:r>
          </a:p>
        </p:txBody>
      </p:sp>
      <p:sp>
        <p:nvSpPr>
          <p:cNvPr id="5" name="Text Placeholder 5"/>
          <p:cNvSpPr>
            <a:spLocks noGrp="1"/>
          </p:cNvSpPr>
          <p:nvPr>
            <p:ph type="body" sz="quarter" idx="12" hasCustomPrompt="1"/>
          </p:nvPr>
        </p:nvSpPr>
        <p:spPr>
          <a:xfrm>
            <a:off x="895676" y="1730669"/>
            <a:ext cx="10912883" cy="411171"/>
          </a:xfrm>
          <a:prstGeom prst="rect">
            <a:avLst/>
          </a:prstGeom>
        </p:spPr>
        <p:txBody>
          <a:bodyPr>
            <a:noAutofit/>
          </a:bodyPr>
          <a:lstStyle>
            <a:lvl1pPr marL="0" indent="0">
              <a:lnSpc>
                <a:spcPct val="90000"/>
              </a:lnSpc>
              <a:buNone/>
              <a:defRPr sz="2400" b="0" i="0" baseline="0">
                <a:solidFill>
                  <a:srgbClr val="FAF6EC"/>
                </a:solidFill>
                <a:latin typeface="Orgon Slab Light"/>
                <a:cs typeface="Orgon Slab Light"/>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SUB-HEADER HERE (ORGON SLAB LIGHT, 24 PT.)</a:t>
            </a:r>
          </a:p>
        </p:txBody>
      </p:sp>
      <p:pic>
        <p:nvPicPr>
          <p:cNvPr id="8" name="Picture 7"/>
          <p:cNvPicPr>
            <a:picLocks noChangeAspect="1"/>
          </p:cNvPicPr>
          <p:nvPr userDrawn="1"/>
        </p:nvPicPr>
        <p:blipFill>
          <a:blip r:embed="rId2"/>
          <a:stretch>
            <a:fillRect/>
          </a:stretch>
        </p:blipFill>
        <p:spPr>
          <a:xfrm>
            <a:off x="10192076" y="5522384"/>
            <a:ext cx="1799288" cy="1091480"/>
          </a:xfrm>
          <a:prstGeom prst="rect">
            <a:avLst/>
          </a:prstGeom>
        </p:spPr>
      </p:pic>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403" y="-189984"/>
            <a:ext cx="12456737" cy="467127"/>
          </a:xfrm>
          <a:prstGeom prst="rect">
            <a:avLst/>
          </a:prstGeom>
        </p:spPr>
      </p:pic>
    </p:spTree>
    <p:extLst>
      <p:ext uri="{BB962C8B-B14F-4D97-AF65-F5344CB8AC3E}">
        <p14:creationId xmlns:p14="http://schemas.microsoft.com/office/powerpoint/2010/main" val="81814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FAF6EC"/>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rgbClr val="FAF6EC"/>
                </a:solidFill>
                <a:latin typeface="Orgon Slab Light"/>
                <a:cs typeface="Orgon Slab Light"/>
              </a:defRPr>
            </a:lvl1pPr>
            <a:lvl2pPr>
              <a:defRPr sz="2000" b="0" i="0" baseline="0">
                <a:solidFill>
                  <a:srgbClr val="FAF6EC"/>
                </a:solidFill>
                <a:latin typeface="Orgon Slab Light"/>
                <a:cs typeface="Orgon Slab Light"/>
              </a:defRPr>
            </a:lvl2pPr>
            <a:lvl3pPr marL="1143000" indent="-228600">
              <a:buSzPct val="100000"/>
              <a:buFont typeface="Lucida Grande"/>
              <a:buChar char="&gt;"/>
              <a:defRPr sz="1800" b="0" i="0" baseline="0">
                <a:solidFill>
                  <a:srgbClr val="FAF6EC"/>
                </a:solidFill>
                <a:latin typeface="Orgon Slab Light"/>
                <a:cs typeface="Orgon Slab Light"/>
              </a:defRPr>
            </a:lvl3pPr>
            <a:lvl4pPr>
              <a:defRPr sz="1600" b="0" i="0" baseline="0">
                <a:solidFill>
                  <a:srgbClr val="FAF6EC"/>
                </a:solidFill>
                <a:latin typeface="Orgon Slab Light"/>
                <a:cs typeface="Orgon Slab Light"/>
              </a:defRPr>
            </a:lvl4pPr>
            <a:lvl5pPr marL="2057400" indent="-228600">
              <a:buFont typeface="Lucida Grande"/>
              <a:buChar char="&gt;"/>
              <a:defRPr sz="1400" b="0" i="0" baseline="0">
                <a:solidFill>
                  <a:srgbClr val="FAF6EC"/>
                </a:solidFill>
                <a:latin typeface="Orgon Slab Light"/>
                <a:cs typeface="Orgon Slab Light"/>
              </a:defRPr>
            </a:lvl5pPr>
          </a:lstStyle>
          <a:p>
            <a:pPr lvl="0"/>
            <a:r>
              <a:rPr lang="en-US" dirty="0"/>
              <a:t>Bulleted content here (</a:t>
            </a:r>
            <a:r>
              <a:rPr lang="en-US" dirty="0" err="1"/>
              <a:t>Orgon</a:t>
            </a:r>
            <a:r>
              <a:rPr lang="en-US" dirty="0"/>
              <a:t> Slab Light, 24 pt.)</a:t>
            </a:r>
          </a:p>
          <a:p>
            <a:pPr lvl="1"/>
            <a:r>
              <a:rPr lang="en-US" dirty="0"/>
              <a:t>Second level (</a:t>
            </a:r>
            <a:r>
              <a:rPr lang="en-US" dirty="0" err="1"/>
              <a:t>Orgon</a:t>
            </a:r>
            <a:r>
              <a:rPr lang="en-US" dirty="0"/>
              <a:t> Slab Light, 20)</a:t>
            </a:r>
          </a:p>
          <a:p>
            <a:pPr lvl="2"/>
            <a:r>
              <a:rPr lang="en-US" dirty="0"/>
              <a:t>Third level (</a:t>
            </a:r>
            <a:r>
              <a:rPr lang="en-US" dirty="0" err="1"/>
              <a:t>Orgon</a:t>
            </a:r>
            <a:r>
              <a:rPr lang="en-US" dirty="0"/>
              <a:t> Slab Light, 18)</a:t>
            </a:r>
          </a:p>
          <a:p>
            <a:pPr lvl="3"/>
            <a:r>
              <a:rPr lang="en-US" dirty="0"/>
              <a:t>Fourth level (</a:t>
            </a:r>
            <a:r>
              <a:rPr lang="en-US" dirty="0" err="1"/>
              <a:t>Orgon</a:t>
            </a:r>
            <a:r>
              <a:rPr lang="en-US" dirty="0"/>
              <a:t> Slab Light, 16)</a:t>
            </a:r>
          </a:p>
          <a:p>
            <a:pPr lvl="4"/>
            <a:r>
              <a:rPr lang="en-US" dirty="0"/>
              <a:t>Fifth level (</a:t>
            </a:r>
            <a:r>
              <a:rPr lang="en-US" dirty="0" err="1"/>
              <a:t>Orgon</a:t>
            </a:r>
            <a:r>
              <a:rPr lang="en-US" dirty="0"/>
              <a:t> Slab Light, 14)</a:t>
            </a:r>
          </a:p>
        </p:txBody>
      </p:sp>
      <p:pic>
        <p:nvPicPr>
          <p:cNvPr id="9" name="Picture 8"/>
          <p:cNvPicPr>
            <a:picLocks noChangeAspect="1"/>
          </p:cNvPicPr>
          <p:nvPr userDrawn="1"/>
        </p:nvPicPr>
        <p:blipFill>
          <a:blip r:embed="rId2"/>
          <a:stretch>
            <a:fillRect/>
          </a:stretch>
        </p:blipFill>
        <p:spPr>
          <a:xfrm>
            <a:off x="10192076" y="5522384"/>
            <a:ext cx="1799288" cy="1091480"/>
          </a:xfrm>
          <a:prstGeom prst="rect">
            <a:avLst/>
          </a:prstGeom>
        </p:spPr>
      </p:pic>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403" y="-189984"/>
            <a:ext cx="12456737" cy="467127"/>
          </a:xfrm>
          <a:prstGeom prst="rect">
            <a:avLst/>
          </a:prstGeom>
        </p:spPr>
      </p:pic>
    </p:spTree>
    <p:extLst>
      <p:ext uri="{BB962C8B-B14F-4D97-AF65-F5344CB8AC3E}">
        <p14:creationId xmlns:p14="http://schemas.microsoft.com/office/powerpoint/2010/main" val="1785922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1022354" y="1736726"/>
            <a:ext cx="10695516" cy="4432300"/>
          </a:xfrm>
          <a:prstGeom prst="rect">
            <a:avLst/>
          </a:prstGeom>
        </p:spPr>
        <p:txBody>
          <a:bodyPr>
            <a:normAutofit/>
          </a:bodyPr>
          <a:lstStyle>
            <a:lvl1pPr marL="0" indent="0">
              <a:buNone/>
              <a:defRPr sz="2400" b="0" i="0" baseline="0">
                <a:solidFill>
                  <a:srgbClr val="FAF6EC"/>
                </a:solidFill>
                <a:latin typeface="Orgon Slab"/>
                <a:cs typeface="Orgon Slab"/>
              </a:defRPr>
            </a:lvl1pPr>
          </a:lstStyle>
          <a:p>
            <a:r>
              <a:rPr lang="en-US" dirty="0"/>
              <a:t>Graphic Here</a:t>
            </a:r>
          </a:p>
        </p:txBody>
      </p:sp>
      <p:sp>
        <p:nvSpPr>
          <p:cNvPr id="1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chemeClr val="bg1">
                    <a:lumMod val="20000"/>
                    <a:lumOff val="80000"/>
                  </a:schemeClr>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pic>
        <p:nvPicPr>
          <p:cNvPr id="8" name="Picture 7"/>
          <p:cNvPicPr>
            <a:picLocks noChangeAspect="1"/>
          </p:cNvPicPr>
          <p:nvPr userDrawn="1"/>
        </p:nvPicPr>
        <p:blipFill>
          <a:blip r:embed="rId2"/>
          <a:stretch>
            <a:fillRect/>
          </a:stretch>
        </p:blipFill>
        <p:spPr>
          <a:xfrm>
            <a:off x="10192076" y="5522384"/>
            <a:ext cx="1799288" cy="1091480"/>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403" y="-189984"/>
            <a:ext cx="12456737" cy="467127"/>
          </a:xfrm>
          <a:prstGeom prst="rect">
            <a:avLst/>
          </a:prstGeom>
        </p:spPr>
      </p:pic>
    </p:spTree>
    <p:extLst>
      <p:ext uri="{BB962C8B-B14F-4D97-AF65-F5344CB8AC3E}">
        <p14:creationId xmlns:p14="http://schemas.microsoft.com/office/powerpoint/2010/main" val="3286547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ext Placeholder 5"/>
          <p:cNvSpPr>
            <a:spLocks noGrp="1"/>
          </p:cNvSpPr>
          <p:nvPr>
            <p:ph type="body" sz="quarter" idx="10" hasCustomPrompt="1"/>
          </p:nvPr>
        </p:nvSpPr>
        <p:spPr>
          <a:xfrm>
            <a:off x="895676" y="1894009"/>
            <a:ext cx="9296400" cy="2641756"/>
          </a:xfrm>
          <a:prstGeom prst="rect">
            <a:avLst/>
          </a:prstGeom>
        </p:spPr>
        <p:txBody>
          <a:bodyPr>
            <a:normAutofit/>
          </a:bodyPr>
          <a:lstStyle>
            <a:lvl1pPr marL="0" indent="0">
              <a:lnSpc>
                <a:spcPct val="100000"/>
              </a:lnSpc>
              <a:buNone/>
              <a:defRPr sz="5000" b="0" i="0" baseline="0">
                <a:solidFill>
                  <a:srgbClr val="003B49"/>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TITLE HERE</a:t>
            </a:r>
          </a:p>
          <a:p>
            <a:pPr lvl="0"/>
            <a:r>
              <a:rPr lang="en-US" dirty="0"/>
              <a:t>ORGON SLAB MEDIUM, 50 PT. </a:t>
            </a:r>
          </a:p>
        </p:txBody>
      </p:sp>
      <p:pic>
        <p:nvPicPr>
          <p:cNvPr id="10" name="Picture 9"/>
          <p:cNvPicPr>
            <a:picLocks noChangeAspect="1"/>
          </p:cNvPicPr>
          <p:nvPr userDrawn="1"/>
        </p:nvPicPr>
        <p:blipFill>
          <a:blip r:embed="rId2"/>
          <a:stretch>
            <a:fillRect/>
          </a:stretch>
        </p:blipFill>
        <p:spPr>
          <a:xfrm>
            <a:off x="10192076" y="5522384"/>
            <a:ext cx="1799288" cy="1091480"/>
          </a:xfrm>
          <a:prstGeom prst="rect">
            <a:avLst/>
          </a:prstGeom>
        </p:spPr>
      </p:pic>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spTree>
    <p:extLst>
      <p:ext uri="{BB962C8B-B14F-4D97-AF65-F5344CB8AC3E}">
        <p14:creationId xmlns:p14="http://schemas.microsoft.com/office/powerpoint/2010/main" val="44710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003B49"/>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
        <p:nvSpPr>
          <p:cNvPr id="4" name="Text Placeholder 9"/>
          <p:cNvSpPr>
            <a:spLocks noGrp="1"/>
          </p:cNvSpPr>
          <p:nvPr>
            <p:ph type="body" sz="quarter" idx="11" hasCustomPrompt="1"/>
          </p:nvPr>
        </p:nvSpPr>
        <p:spPr>
          <a:xfrm>
            <a:off x="879074" y="2320240"/>
            <a:ext cx="10929485" cy="3810087"/>
          </a:xfrm>
          <a:prstGeom prst="rect">
            <a:avLst/>
          </a:prstGeom>
        </p:spPr>
        <p:txBody>
          <a:bodyPr/>
          <a:lstStyle>
            <a:lvl1pPr marL="342900" indent="-342900">
              <a:buFont typeface="Lucida Grande"/>
              <a:buChar char="&gt;"/>
              <a:defRPr sz="2400" b="0" i="0" baseline="0">
                <a:solidFill>
                  <a:srgbClr val="003B49"/>
                </a:solidFill>
                <a:latin typeface="Orgon Slab ExtraLight"/>
                <a:cs typeface="Orgon Slab ExtraLight"/>
              </a:defRPr>
            </a:lvl1pPr>
            <a:lvl2pPr>
              <a:defRPr sz="2000" b="0" i="0" baseline="0">
                <a:solidFill>
                  <a:srgbClr val="003B49"/>
                </a:solidFill>
                <a:latin typeface="Orgon Slab ExtraLight"/>
                <a:cs typeface="Orgon Slab ExtraLight"/>
              </a:defRPr>
            </a:lvl2pPr>
            <a:lvl3pPr marL="1143000" indent="-228600">
              <a:buSzPct val="100000"/>
              <a:buFont typeface="Lucida Grande"/>
              <a:buChar char="&gt;"/>
              <a:defRPr sz="1800" b="0" i="0" baseline="0">
                <a:solidFill>
                  <a:srgbClr val="003B49"/>
                </a:solidFill>
                <a:latin typeface="Orgon Slab ExtraLight"/>
                <a:cs typeface="Orgon Slab ExtraLight"/>
              </a:defRPr>
            </a:lvl3pPr>
            <a:lvl4pPr>
              <a:defRPr sz="1600" b="0" i="0" baseline="0">
                <a:solidFill>
                  <a:srgbClr val="003B49"/>
                </a:solidFill>
                <a:latin typeface="Orgon Slab ExtraLight"/>
                <a:cs typeface="Orgon Slab ExtraLight"/>
              </a:defRPr>
            </a:lvl4pPr>
            <a:lvl5pPr marL="2057400" indent="-228600">
              <a:buFont typeface="Lucida Grande"/>
              <a:buChar char="&gt;"/>
              <a:defRPr sz="1400" b="0" i="0" baseline="0">
                <a:solidFill>
                  <a:srgbClr val="003B49"/>
                </a:solidFill>
                <a:latin typeface="Orgon Slab ExtraLight"/>
                <a:cs typeface="Orgon Slab ExtraLight"/>
              </a:defRPr>
            </a:lvl5pPr>
          </a:lstStyle>
          <a:p>
            <a:pPr lvl="0"/>
            <a:r>
              <a:rPr lang="en-US" dirty="0"/>
              <a:t>Content here (</a:t>
            </a:r>
            <a:r>
              <a:rPr lang="en-US" dirty="0" err="1"/>
              <a:t>Orgon</a:t>
            </a:r>
            <a:r>
              <a:rPr lang="en-US" dirty="0"/>
              <a:t> Slab </a:t>
            </a:r>
            <a:r>
              <a:rPr lang="en-US" dirty="0" err="1"/>
              <a:t>ExtraLight</a:t>
            </a:r>
            <a:r>
              <a:rPr lang="en-US" dirty="0"/>
              <a:t>, 24 pt.)</a:t>
            </a:r>
          </a:p>
          <a:p>
            <a:pPr lvl="1"/>
            <a:r>
              <a:rPr lang="en-US" dirty="0"/>
              <a:t>Second level (</a:t>
            </a:r>
            <a:r>
              <a:rPr lang="en-US" dirty="0" err="1"/>
              <a:t>Orgon</a:t>
            </a:r>
            <a:r>
              <a:rPr lang="en-US" dirty="0"/>
              <a:t> Slab </a:t>
            </a:r>
            <a:r>
              <a:rPr lang="en-US" dirty="0" err="1"/>
              <a:t>ExtraLight</a:t>
            </a:r>
            <a:r>
              <a:rPr lang="en-US" dirty="0"/>
              <a:t>, 20)</a:t>
            </a:r>
          </a:p>
          <a:p>
            <a:pPr lvl="2"/>
            <a:r>
              <a:rPr lang="en-US" dirty="0"/>
              <a:t>Third level (</a:t>
            </a:r>
            <a:r>
              <a:rPr lang="en-US" dirty="0" err="1"/>
              <a:t>Orgon</a:t>
            </a:r>
            <a:r>
              <a:rPr lang="en-US" dirty="0"/>
              <a:t> Slab </a:t>
            </a:r>
            <a:r>
              <a:rPr lang="en-US" dirty="0" err="1"/>
              <a:t>ExtraLight</a:t>
            </a:r>
            <a:r>
              <a:rPr lang="en-US" dirty="0"/>
              <a:t>, 18)</a:t>
            </a:r>
          </a:p>
          <a:p>
            <a:pPr lvl="3"/>
            <a:r>
              <a:rPr lang="en-US" dirty="0"/>
              <a:t>Fourth level (</a:t>
            </a:r>
            <a:r>
              <a:rPr lang="en-US" dirty="0" err="1"/>
              <a:t>Orgon</a:t>
            </a:r>
            <a:r>
              <a:rPr lang="en-US" dirty="0"/>
              <a:t> Slab </a:t>
            </a:r>
            <a:r>
              <a:rPr lang="en-US" dirty="0" err="1"/>
              <a:t>ExtraLight</a:t>
            </a:r>
            <a:r>
              <a:rPr lang="en-US" dirty="0"/>
              <a:t>, 16)</a:t>
            </a:r>
          </a:p>
          <a:p>
            <a:pPr lvl="4"/>
            <a:r>
              <a:rPr lang="en-US" dirty="0"/>
              <a:t>Fifth level (</a:t>
            </a:r>
            <a:r>
              <a:rPr lang="en-US" dirty="0" err="1"/>
              <a:t>Orgon</a:t>
            </a:r>
            <a:r>
              <a:rPr lang="en-US" dirty="0"/>
              <a:t> Slab </a:t>
            </a:r>
            <a:r>
              <a:rPr lang="en-US" dirty="0" err="1"/>
              <a:t>ExtraLight</a:t>
            </a:r>
            <a:r>
              <a:rPr lang="en-US" dirty="0"/>
              <a:t>, 14)</a:t>
            </a:r>
          </a:p>
        </p:txBody>
      </p:sp>
      <p:sp>
        <p:nvSpPr>
          <p:cNvPr id="6" name="Text Placeholder 5"/>
          <p:cNvSpPr>
            <a:spLocks noGrp="1"/>
          </p:cNvSpPr>
          <p:nvPr>
            <p:ph type="body" sz="quarter" idx="12" hasCustomPrompt="1"/>
          </p:nvPr>
        </p:nvSpPr>
        <p:spPr>
          <a:xfrm>
            <a:off x="895676" y="1730669"/>
            <a:ext cx="10912883" cy="411171"/>
          </a:xfrm>
          <a:prstGeom prst="rect">
            <a:avLst/>
          </a:prstGeom>
        </p:spPr>
        <p:txBody>
          <a:bodyPr>
            <a:noAutofit/>
          </a:bodyPr>
          <a:lstStyle>
            <a:lvl1pPr marL="0" indent="0">
              <a:lnSpc>
                <a:spcPct val="90000"/>
              </a:lnSpc>
              <a:buNone/>
              <a:defRPr sz="2400" b="0" i="0" baseline="0">
                <a:solidFill>
                  <a:srgbClr val="003B49"/>
                </a:solidFill>
                <a:latin typeface="Orgon Slab Light"/>
                <a:cs typeface="Orgon Slab Light"/>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SUB-HEADER HERE (ORGON SLAB LIGHT, 24 PT.)</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pic>
        <p:nvPicPr>
          <p:cNvPr id="12" name="Picture 11"/>
          <p:cNvPicPr>
            <a:picLocks noChangeAspect="1"/>
          </p:cNvPicPr>
          <p:nvPr userDrawn="1"/>
        </p:nvPicPr>
        <p:blipFill>
          <a:blip r:embed="rId3"/>
          <a:stretch>
            <a:fillRect/>
          </a:stretch>
        </p:blipFill>
        <p:spPr>
          <a:xfrm>
            <a:off x="10192076" y="5522384"/>
            <a:ext cx="1799288" cy="1091480"/>
          </a:xfrm>
          <a:prstGeom prst="rect">
            <a:avLst/>
          </a:prstGeom>
        </p:spPr>
      </p:pic>
    </p:spTree>
    <p:extLst>
      <p:ext uri="{BB962C8B-B14F-4D97-AF65-F5344CB8AC3E}">
        <p14:creationId xmlns:p14="http://schemas.microsoft.com/office/powerpoint/2010/main" val="1287295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003B49"/>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
        <p:nvSpPr>
          <p:cNvPr id="6" name="Text Placeholder 9"/>
          <p:cNvSpPr>
            <a:spLocks noGrp="1"/>
          </p:cNvSpPr>
          <p:nvPr>
            <p:ph type="body" sz="quarter" idx="11" hasCustomPrompt="1"/>
          </p:nvPr>
        </p:nvSpPr>
        <p:spPr>
          <a:xfrm>
            <a:off x="879073" y="1736726"/>
            <a:ext cx="10928280" cy="4015497"/>
          </a:xfrm>
          <a:prstGeom prst="rect">
            <a:avLst/>
          </a:prstGeom>
        </p:spPr>
        <p:txBody>
          <a:bodyPr/>
          <a:lstStyle>
            <a:lvl1pPr marL="342900" indent="-342900">
              <a:buFont typeface="Lucida Grande"/>
              <a:buChar char="&gt;"/>
              <a:defRPr sz="2400" b="0" i="0" baseline="0">
                <a:solidFill>
                  <a:srgbClr val="003B49"/>
                </a:solidFill>
                <a:latin typeface="Orgon Slab Light"/>
                <a:cs typeface="Orgon Slab Light"/>
              </a:defRPr>
            </a:lvl1pPr>
            <a:lvl2pPr>
              <a:defRPr sz="2000" b="0" i="0" baseline="0">
                <a:solidFill>
                  <a:srgbClr val="003B49"/>
                </a:solidFill>
                <a:latin typeface="Orgon Slab Light"/>
                <a:cs typeface="Orgon Slab Light"/>
              </a:defRPr>
            </a:lvl2pPr>
            <a:lvl3pPr marL="1143000" indent="-228600">
              <a:buSzPct val="100000"/>
              <a:buFont typeface="Lucida Grande"/>
              <a:buChar char="&gt;"/>
              <a:defRPr sz="1800" b="0" i="0" baseline="0">
                <a:solidFill>
                  <a:srgbClr val="003B49"/>
                </a:solidFill>
                <a:latin typeface="Orgon Slab Light"/>
                <a:cs typeface="Orgon Slab Light"/>
              </a:defRPr>
            </a:lvl3pPr>
            <a:lvl4pPr>
              <a:defRPr sz="1600" b="0" i="0" baseline="0">
                <a:solidFill>
                  <a:srgbClr val="003B49"/>
                </a:solidFill>
                <a:latin typeface="Orgon Slab Light"/>
                <a:cs typeface="Orgon Slab Light"/>
              </a:defRPr>
            </a:lvl4pPr>
            <a:lvl5pPr marL="2057400" indent="-228600">
              <a:buFont typeface="Lucida Grande"/>
              <a:buChar char="&gt;"/>
              <a:defRPr sz="1400" b="0" i="0" baseline="0">
                <a:solidFill>
                  <a:srgbClr val="003B49"/>
                </a:solidFill>
                <a:latin typeface="Orgon Slab Light"/>
                <a:cs typeface="Orgon Slab Light"/>
              </a:defRPr>
            </a:lvl5pPr>
          </a:lstStyle>
          <a:p>
            <a:pPr lvl="0"/>
            <a:r>
              <a:rPr lang="en-US" dirty="0"/>
              <a:t>Bulleted content here (</a:t>
            </a:r>
            <a:r>
              <a:rPr lang="en-US" dirty="0" err="1"/>
              <a:t>Orgon</a:t>
            </a:r>
            <a:r>
              <a:rPr lang="en-US" dirty="0"/>
              <a:t> Slab Light, 24 pt.)</a:t>
            </a:r>
          </a:p>
          <a:p>
            <a:pPr lvl="1"/>
            <a:r>
              <a:rPr lang="en-US" dirty="0"/>
              <a:t>Second level (</a:t>
            </a:r>
            <a:r>
              <a:rPr lang="en-US" dirty="0" err="1"/>
              <a:t>Orgon</a:t>
            </a:r>
            <a:r>
              <a:rPr lang="en-US" dirty="0"/>
              <a:t> Slab Light, 20)</a:t>
            </a:r>
          </a:p>
          <a:p>
            <a:pPr lvl="2"/>
            <a:r>
              <a:rPr lang="en-US" dirty="0"/>
              <a:t>Third level (</a:t>
            </a:r>
            <a:r>
              <a:rPr lang="en-US" dirty="0" err="1"/>
              <a:t>Orgon</a:t>
            </a:r>
            <a:r>
              <a:rPr lang="en-US" dirty="0"/>
              <a:t> Slab Light, 18)</a:t>
            </a:r>
          </a:p>
          <a:p>
            <a:pPr lvl="3"/>
            <a:r>
              <a:rPr lang="en-US" dirty="0"/>
              <a:t>Fourth level (</a:t>
            </a:r>
            <a:r>
              <a:rPr lang="en-US" dirty="0" err="1"/>
              <a:t>Orgon</a:t>
            </a:r>
            <a:r>
              <a:rPr lang="en-US" dirty="0"/>
              <a:t> Slab Light, 16)</a:t>
            </a:r>
          </a:p>
          <a:p>
            <a:pPr lvl="4"/>
            <a:r>
              <a:rPr lang="en-US" dirty="0"/>
              <a:t>Fifth level (</a:t>
            </a:r>
            <a:r>
              <a:rPr lang="en-US" dirty="0" err="1"/>
              <a:t>Orgon</a:t>
            </a:r>
            <a:r>
              <a:rPr lang="en-US" dirty="0"/>
              <a:t> Slab Light14)</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pic>
        <p:nvPicPr>
          <p:cNvPr id="12" name="Picture 11"/>
          <p:cNvPicPr>
            <a:picLocks noChangeAspect="1"/>
          </p:cNvPicPr>
          <p:nvPr userDrawn="1"/>
        </p:nvPicPr>
        <p:blipFill>
          <a:blip r:embed="rId3"/>
          <a:stretch>
            <a:fillRect/>
          </a:stretch>
        </p:blipFill>
        <p:spPr>
          <a:xfrm>
            <a:off x="10192076" y="5522384"/>
            <a:ext cx="1799288" cy="1091480"/>
          </a:xfrm>
          <a:prstGeom prst="rect">
            <a:avLst/>
          </a:prstGeom>
        </p:spPr>
      </p:pic>
    </p:spTree>
    <p:extLst>
      <p:ext uri="{BB962C8B-B14F-4D97-AF65-F5344CB8AC3E}">
        <p14:creationId xmlns:p14="http://schemas.microsoft.com/office/powerpoint/2010/main" val="2240705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1022354" y="1736726"/>
            <a:ext cx="10695516" cy="4432300"/>
          </a:xfrm>
          <a:prstGeom prst="rect">
            <a:avLst/>
          </a:prstGeom>
        </p:spPr>
        <p:txBody>
          <a:bodyPr>
            <a:normAutofit/>
          </a:bodyPr>
          <a:lstStyle>
            <a:lvl1pPr marL="0" indent="0">
              <a:buNone/>
              <a:defRPr sz="2400" b="0" i="0" baseline="0">
                <a:solidFill>
                  <a:srgbClr val="003B49"/>
                </a:solidFill>
                <a:latin typeface="Orgon Slab Light"/>
                <a:cs typeface="Orgon Slab Light"/>
              </a:defRPr>
            </a:lvl1pPr>
          </a:lstStyle>
          <a:p>
            <a:r>
              <a:rPr lang="en-US" dirty="0"/>
              <a:t>Graphic Here</a:t>
            </a:r>
          </a:p>
        </p:txBody>
      </p:sp>
      <p:sp>
        <p:nvSpPr>
          <p:cNvPr id="1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003B49"/>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pic>
        <p:nvPicPr>
          <p:cNvPr id="11" name="Picture 10"/>
          <p:cNvPicPr>
            <a:picLocks noChangeAspect="1"/>
          </p:cNvPicPr>
          <p:nvPr userDrawn="1"/>
        </p:nvPicPr>
        <p:blipFill>
          <a:blip r:embed="rId3"/>
          <a:stretch>
            <a:fillRect/>
          </a:stretch>
        </p:blipFill>
        <p:spPr>
          <a:xfrm>
            <a:off x="10192076" y="5522384"/>
            <a:ext cx="1799288" cy="1091480"/>
          </a:xfrm>
          <a:prstGeom prst="rect">
            <a:avLst/>
          </a:prstGeom>
        </p:spPr>
      </p:pic>
    </p:spTree>
    <p:extLst>
      <p:ext uri="{BB962C8B-B14F-4D97-AF65-F5344CB8AC3E}">
        <p14:creationId xmlns:p14="http://schemas.microsoft.com/office/powerpoint/2010/main" val="2128147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Text Placeholder 5"/>
          <p:cNvSpPr>
            <a:spLocks noGrp="1"/>
          </p:cNvSpPr>
          <p:nvPr>
            <p:ph type="body" sz="quarter" idx="10" hasCustomPrompt="1"/>
          </p:nvPr>
        </p:nvSpPr>
        <p:spPr>
          <a:xfrm>
            <a:off x="895676" y="1842046"/>
            <a:ext cx="9296400" cy="2641756"/>
          </a:xfrm>
          <a:prstGeom prst="rect">
            <a:avLst/>
          </a:prstGeom>
          <a:ln>
            <a:noFill/>
          </a:ln>
        </p:spPr>
        <p:txBody>
          <a:bodyPr>
            <a:normAutofit/>
          </a:bodyPr>
          <a:lstStyle>
            <a:lvl1pPr marL="0" indent="0">
              <a:lnSpc>
                <a:spcPct val="100000"/>
              </a:lnSpc>
              <a:buNone/>
              <a:defRPr sz="5000" b="0" i="0" baseline="0">
                <a:solidFill>
                  <a:srgbClr val="FAF6EC"/>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TITLE HERE</a:t>
            </a:r>
          </a:p>
          <a:p>
            <a:pPr lvl="0"/>
            <a:r>
              <a:rPr lang="en-US" dirty="0"/>
              <a:t>ORGON SLAB MEDIUM, 50 PT. </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03" y="-202684"/>
            <a:ext cx="12456737" cy="467127"/>
          </a:xfrm>
          <a:prstGeom prst="rect">
            <a:avLst/>
          </a:prstGeom>
        </p:spPr>
      </p:pic>
      <p:pic>
        <p:nvPicPr>
          <p:cNvPr id="3" name="Picture 2"/>
          <p:cNvPicPr>
            <a:picLocks noChangeAspect="1"/>
          </p:cNvPicPr>
          <p:nvPr userDrawn="1"/>
        </p:nvPicPr>
        <p:blipFill>
          <a:blip r:embed="rId3"/>
          <a:stretch>
            <a:fillRect/>
          </a:stretch>
        </p:blipFill>
        <p:spPr>
          <a:xfrm>
            <a:off x="10192076" y="5522384"/>
            <a:ext cx="1799288" cy="1091480"/>
          </a:xfrm>
          <a:prstGeom prst="rect">
            <a:avLst/>
          </a:prstGeom>
        </p:spPr>
      </p:pic>
    </p:spTree>
    <p:extLst>
      <p:ext uri="{BB962C8B-B14F-4D97-AF65-F5344CB8AC3E}">
        <p14:creationId xmlns:p14="http://schemas.microsoft.com/office/powerpoint/2010/main" val="14229159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FAF6EC"/>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
        <p:nvSpPr>
          <p:cNvPr id="4" name="Text Placeholder 9"/>
          <p:cNvSpPr>
            <a:spLocks noGrp="1"/>
          </p:cNvSpPr>
          <p:nvPr>
            <p:ph type="body" sz="quarter" idx="11" hasCustomPrompt="1"/>
          </p:nvPr>
        </p:nvSpPr>
        <p:spPr>
          <a:xfrm>
            <a:off x="879074" y="2320240"/>
            <a:ext cx="10929485" cy="3810087"/>
          </a:xfrm>
          <a:prstGeom prst="rect">
            <a:avLst/>
          </a:prstGeom>
        </p:spPr>
        <p:txBody>
          <a:bodyPr/>
          <a:lstStyle>
            <a:lvl1pPr marL="342900" indent="-342900">
              <a:buFont typeface="Lucida Grande"/>
              <a:buChar char="&gt;"/>
              <a:defRPr sz="2400" b="0" i="0" baseline="0">
                <a:solidFill>
                  <a:srgbClr val="FAF6EC"/>
                </a:solidFill>
                <a:latin typeface="Orgon Slab ExtraLight"/>
                <a:cs typeface="Orgon Slab ExtraLight"/>
              </a:defRPr>
            </a:lvl1pPr>
            <a:lvl2pPr>
              <a:defRPr sz="2000" b="0" i="0" baseline="0">
                <a:solidFill>
                  <a:srgbClr val="FAF6EC"/>
                </a:solidFill>
                <a:latin typeface="Orgon Slab ExtraLight"/>
                <a:cs typeface="Orgon Slab ExtraLight"/>
              </a:defRPr>
            </a:lvl2pPr>
            <a:lvl3pPr marL="1143000" indent="-228600">
              <a:buSzPct val="100000"/>
              <a:buFont typeface="Lucida Grande"/>
              <a:buChar char="&gt;"/>
              <a:defRPr sz="1800" b="0" i="0" baseline="0">
                <a:solidFill>
                  <a:srgbClr val="FAF6EC"/>
                </a:solidFill>
                <a:latin typeface="Orgon Slab ExtraLight"/>
                <a:cs typeface="Orgon Slab ExtraLight"/>
              </a:defRPr>
            </a:lvl3pPr>
            <a:lvl4pPr>
              <a:defRPr sz="1600" b="0" i="0" baseline="0">
                <a:solidFill>
                  <a:srgbClr val="FAF6EC"/>
                </a:solidFill>
                <a:latin typeface="Orgon Slab ExtraLight"/>
                <a:cs typeface="Orgon Slab ExtraLight"/>
              </a:defRPr>
            </a:lvl4pPr>
            <a:lvl5pPr marL="2057400" indent="-228600">
              <a:buFont typeface="Lucida Grande"/>
              <a:buChar char="&gt;"/>
              <a:defRPr sz="1400" b="0" i="0" baseline="0">
                <a:solidFill>
                  <a:srgbClr val="FAF6EC"/>
                </a:solidFill>
                <a:latin typeface="Orgon Slab ExtraLight"/>
                <a:cs typeface="Orgon Slab ExtraLight"/>
              </a:defRPr>
            </a:lvl5pPr>
          </a:lstStyle>
          <a:p>
            <a:pPr lvl="0"/>
            <a:r>
              <a:rPr lang="en-US" dirty="0"/>
              <a:t>Content here (</a:t>
            </a:r>
            <a:r>
              <a:rPr lang="en-US" dirty="0" err="1"/>
              <a:t>Orgon</a:t>
            </a:r>
            <a:r>
              <a:rPr lang="en-US" dirty="0"/>
              <a:t> Slab </a:t>
            </a:r>
            <a:r>
              <a:rPr lang="en-US" dirty="0" err="1"/>
              <a:t>ExtraLight</a:t>
            </a:r>
            <a:r>
              <a:rPr lang="en-US" dirty="0"/>
              <a:t>, 24 pt.)</a:t>
            </a:r>
          </a:p>
          <a:p>
            <a:pPr lvl="1"/>
            <a:r>
              <a:rPr lang="en-US" dirty="0"/>
              <a:t>Second level (</a:t>
            </a:r>
            <a:r>
              <a:rPr lang="en-US" dirty="0" err="1"/>
              <a:t>Orgon</a:t>
            </a:r>
            <a:r>
              <a:rPr lang="en-US" dirty="0"/>
              <a:t> Slab </a:t>
            </a:r>
            <a:r>
              <a:rPr lang="en-US" dirty="0" err="1"/>
              <a:t>ExtraLight</a:t>
            </a:r>
            <a:r>
              <a:rPr lang="en-US" dirty="0"/>
              <a:t>, 20)</a:t>
            </a:r>
          </a:p>
          <a:p>
            <a:pPr lvl="2"/>
            <a:r>
              <a:rPr lang="en-US" dirty="0"/>
              <a:t>Third level (</a:t>
            </a:r>
            <a:r>
              <a:rPr lang="en-US" dirty="0" err="1"/>
              <a:t>Orgon</a:t>
            </a:r>
            <a:r>
              <a:rPr lang="en-US" dirty="0"/>
              <a:t> Slab </a:t>
            </a:r>
            <a:r>
              <a:rPr lang="en-US" dirty="0" err="1"/>
              <a:t>ExtraLight</a:t>
            </a:r>
            <a:r>
              <a:rPr lang="en-US" dirty="0"/>
              <a:t>, 18)</a:t>
            </a:r>
          </a:p>
          <a:p>
            <a:pPr lvl="3"/>
            <a:r>
              <a:rPr lang="en-US" dirty="0"/>
              <a:t>Fourth level (</a:t>
            </a:r>
            <a:r>
              <a:rPr lang="en-US" dirty="0" err="1"/>
              <a:t>Orgon</a:t>
            </a:r>
            <a:r>
              <a:rPr lang="en-US" dirty="0"/>
              <a:t> Slab </a:t>
            </a:r>
            <a:r>
              <a:rPr lang="en-US" dirty="0" err="1"/>
              <a:t>ExtraLight</a:t>
            </a:r>
            <a:r>
              <a:rPr lang="en-US" dirty="0"/>
              <a:t>, 16)</a:t>
            </a:r>
          </a:p>
          <a:p>
            <a:pPr lvl="4"/>
            <a:r>
              <a:rPr lang="en-US" dirty="0"/>
              <a:t>Fifth level (</a:t>
            </a:r>
            <a:r>
              <a:rPr lang="en-US" dirty="0" err="1"/>
              <a:t>Orgon</a:t>
            </a:r>
            <a:r>
              <a:rPr lang="en-US" dirty="0"/>
              <a:t> Slab </a:t>
            </a:r>
            <a:r>
              <a:rPr lang="en-US" dirty="0" err="1"/>
              <a:t>ExtraLight</a:t>
            </a:r>
            <a:r>
              <a:rPr lang="en-US" dirty="0"/>
              <a:t>, 14)</a:t>
            </a:r>
          </a:p>
        </p:txBody>
      </p:sp>
      <p:sp>
        <p:nvSpPr>
          <p:cNvPr id="5" name="Text Placeholder 5"/>
          <p:cNvSpPr>
            <a:spLocks noGrp="1"/>
          </p:cNvSpPr>
          <p:nvPr>
            <p:ph type="body" sz="quarter" idx="12" hasCustomPrompt="1"/>
          </p:nvPr>
        </p:nvSpPr>
        <p:spPr>
          <a:xfrm>
            <a:off x="895676" y="1730669"/>
            <a:ext cx="10912883" cy="411171"/>
          </a:xfrm>
          <a:prstGeom prst="rect">
            <a:avLst/>
          </a:prstGeom>
        </p:spPr>
        <p:txBody>
          <a:bodyPr>
            <a:noAutofit/>
          </a:bodyPr>
          <a:lstStyle>
            <a:lvl1pPr marL="0" indent="0">
              <a:lnSpc>
                <a:spcPct val="90000"/>
              </a:lnSpc>
              <a:buNone/>
              <a:defRPr sz="2400" b="0" i="0" baseline="0">
                <a:solidFill>
                  <a:srgbClr val="FAF6EC"/>
                </a:solidFill>
                <a:latin typeface="Orgon Slab Light"/>
                <a:cs typeface="Orgon Slab Light"/>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SUB-HEADER HERE (ORGON SLAB LIGHT, 24 PT.)</a:t>
            </a:r>
          </a:p>
        </p:txBody>
      </p:sp>
      <p:pic>
        <p:nvPicPr>
          <p:cNvPr id="8" name="Picture 7"/>
          <p:cNvPicPr>
            <a:picLocks noChangeAspect="1"/>
          </p:cNvPicPr>
          <p:nvPr userDrawn="1"/>
        </p:nvPicPr>
        <p:blipFill>
          <a:blip r:embed="rId2"/>
          <a:stretch>
            <a:fillRect/>
          </a:stretch>
        </p:blipFill>
        <p:spPr>
          <a:xfrm>
            <a:off x="10192076" y="5522384"/>
            <a:ext cx="1799288" cy="1091480"/>
          </a:xfrm>
          <a:prstGeom prst="rect">
            <a:avLst/>
          </a:prstGeom>
        </p:spPr>
      </p:pic>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403" y="-189984"/>
            <a:ext cx="12456737" cy="467127"/>
          </a:xfrm>
          <a:prstGeom prst="rect">
            <a:avLst/>
          </a:prstGeom>
        </p:spPr>
      </p:pic>
    </p:spTree>
    <p:extLst>
      <p:ext uri="{BB962C8B-B14F-4D97-AF65-F5344CB8AC3E}">
        <p14:creationId xmlns:p14="http://schemas.microsoft.com/office/powerpoint/2010/main" val="27728021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rgbClr val="FAF6EC"/>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rgbClr val="FAF6EC"/>
                </a:solidFill>
                <a:latin typeface="Orgon Slab Light"/>
                <a:cs typeface="Orgon Slab Light"/>
              </a:defRPr>
            </a:lvl1pPr>
            <a:lvl2pPr>
              <a:defRPr sz="2000" b="0" i="0" baseline="0">
                <a:solidFill>
                  <a:srgbClr val="FAF6EC"/>
                </a:solidFill>
                <a:latin typeface="Orgon Slab Light"/>
                <a:cs typeface="Orgon Slab Light"/>
              </a:defRPr>
            </a:lvl2pPr>
            <a:lvl3pPr marL="1143000" indent="-228600">
              <a:buSzPct val="100000"/>
              <a:buFont typeface="Lucida Grande"/>
              <a:buChar char="&gt;"/>
              <a:defRPr sz="1800" b="0" i="0" baseline="0">
                <a:solidFill>
                  <a:srgbClr val="FAF6EC"/>
                </a:solidFill>
                <a:latin typeface="Orgon Slab Light"/>
                <a:cs typeface="Orgon Slab Light"/>
              </a:defRPr>
            </a:lvl3pPr>
            <a:lvl4pPr>
              <a:defRPr sz="1600" b="0" i="0" baseline="0">
                <a:solidFill>
                  <a:srgbClr val="FAF6EC"/>
                </a:solidFill>
                <a:latin typeface="Orgon Slab Light"/>
                <a:cs typeface="Orgon Slab Light"/>
              </a:defRPr>
            </a:lvl4pPr>
            <a:lvl5pPr marL="2057400" indent="-228600">
              <a:buFont typeface="Lucida Grande"/>
              <a:buChar char="&gt;"/>
              <a:defRPr sz="1400" b="0" i="0" baseline="0">
                <a:solidFill>
                  <a:srgbClr val="FAF6EC"/>
                </a:solidFill>
                <a:latin typeface="Orgon Slab Light"/>
                <a:cs typeface="Orgon Slab Light"/>
              </a:defRPr>
            </a:lvl5pPr>
          </a:lstStyle>
          <a:p>
            <a:pPr lvl="0"/>
            <a:r>
              <a:rPr lang="en-US" dirty="0"/>
              <a:t>Bulleted content here (</a:t>
            </a:r>
            <a:r>
              <a:rPr lang="en-US" dirty="0" err="1"/>
              <a:t>Orgon</a:t>
            </a:r>
            <a:r>
              <a:rPr lang="en-US" dirty="0"/>
              <a:t> Slab Light, 24 pt.)</a:t>
            </a:r>
          </a:p>
          <a:p>
            <a:pPr lvl="1"/>
            <a:r>
              <a:rPr lang="en-US" dirty="0"/>
              <a:t>Second level (</a:t>
            </a:r>
            <a:r>
              <a:rPr lang="en-US" dirty="0" err="1"/>
              <a:t>Orgon</a:t>
            </a:r>
            <a:r>
              <a:rPr lang="en-US" dirty="0"/>
              <a:t> Slab Light, 20)</a:t>
            </a:r>
          </a:p>
          <a:p>
            <a:pPr lvl="2"/>
            <a:r>
              <a:rPr lang="en-US" dirty="0"/>
              <a:t>Third level (</a:t>
            </a:r>
            <a:r>
              <a:rPr lang="en-US" dirty="0" err="1"/>
              <a:t>Orgon</a:t>
            </a:r>
            <a:r>
              <a:rPr lang="en-US" dirty="0"/>
              <a:t> Slab Light, 18)</a:t>
            </a:r>
          </a:p>
          <a:p>
            <a:pPr lvl="3"/>
            <a:r>
              <a:rPr lang="en-US" dirty="0"/>
              <a:t>Fourth level (</a:t>
            </a:r>
            <a:r>
              <a:rPr lang="en-US" dirty="0" err="1"/>
              <a:t>Orgon</a:t>
            </a:r>
            <a:r>
              <a:rPr lang="en-US" dirty="0"/>
              <a:t> Slab Light, 16)</a:t>
            </a:r>
          </a:p>
          <a:p>
            <a:pPr lvl="4"/>
            <a:r>
              <a:rPr lang="en-US" dirty="0"/>
              <a:t>Fifth level (</a:t>
            </a:r>
            <a:r>
              <a:rPr lang="en-US" dirty="0" err="1"/>
              <a:t>Orgon</a:t>
            </a:r>
            <a:r>
              <a:rPr lang="en-US" dirty="0"/>
              <a:t> Slab Light, 14)</a:t>
            </a:r>
          </a:p>
        </p:txBody>
      </p:sp>
      <p:pic>
        <p:nvPicPr>
          <p:cNvPr id="9" name="Picture 8"/>
          <p:cNvPicPr>
            <a:picLocks noChangeAspect="1"/>
          </p:cNvPicPr>
          <p:nvPr userDrawn="1"/>
        </p:nvPicPr>
        <p:blipFill>
          <a:blip r:embed="rId2"/>
          <a:stretch>
            <a:fillRect/>
          </a:stretch>
        </p:blipFill>
        <p:spPr>
          <a:xfrm>
            <a:off x="10192076" y="5522384"/>
            <a:ext cx="1799288" cy="1091480"/>
          </a:xfrm>
          <a:prstGeom prst="rect">
            <a:avLst/>
          </a:prstGeom>
        </p:spPr>
      </p:pic>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403" y="-189984"/>
            <a:ext cx="12456737" cy="467127"/>
          </a:xfrm>
          <a:prstGeom prst="rect">
            <a:avLst/>
          </a:prstGeom>
        </p:spPr>
      </p:pic>
    </p:spTree>
    <p:extLst>
      <p:ext uri="{BB962C8B-B14F-4D97-AF65-F5344CB8AC3E}">
        <p14:creationId xmlns:p14="http://schemas.microsoft.com/office/powerpoint/2010/main" val="1145427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1022354" y="1736726"/>
            <a:ext cx="10695516" cy="4432300"/>
          </a:xfrm>
          <a:prstGeom prst="rect">
            <a:avLst/>
          </a:prstGeom>
        </p:spPr>
        <p:txBody>
          <a:bodyPr>
            <a:normAutofit/>
          </a:bodyPr>
          <a:lstStyle>
            <a:lvl1pPr marL="0" indent="0">
              <a:buNone/>
              <a:defRPr sz="2400" b="0" i="0" baseline="0">
                <a:solidFill>
                  <a:srgbClr val="FAF6EC"/>
                </a:solidFill>
                <a:latin typeface="Orgon Slab"/>
                <a:cs typeface="Orgon Slab"/>
              </a:defRPr>
            </a:lvl1pPr>
          </a:lstStyle>
          <a:p>
            <a:r>
              <a:rPr lang="en-US" dirty="0"/>
              <a:t>Graphic Here</a:t>
            </a:r>
          </a:p>
        </p:txBody>
      </p:sp>
      <p:sp>
        <p:nvSpPr>
          <p:cNvPr id="13" name="Text Placeholder 5"/>
          <p:cNvSpPr>
            <a:spLocks noGrp="1"/>
          </p:cNvSpPr>
          <p:nvPr>
            <p:ph type="body" sz="quarter" idx="10" hasCustomPrompt="1"/>
          </p:nvPr>
        </p:nvSpPr>
        <p:spPr>
          <a:xfrm>
            <a:off x="895676" y="371511"/>
            <a:ext cx="10912883" cy="991999"/>
          </a:xfrm>
          <a:prstGeom prst="rect">
            <a:avLst/>
          </a:prstGeom>
        </p:spPr>
        <p:txBody>
          <a:bodyPr>
            <a:normAutofit/>
          </a:bodyPr>
          <a:lstStyle>
            <a:lvl1pPr marL="0" indent="0">
              <a:lnSpc>
                <a:spcPct val="90000"/>
              </a:lnSpc>
              <a:buNone/>
              <a:defRPr sz="3000" b="0" i="0" baseline="0">
                <a:solidFill>
                  <a:schemeClr val="bg1">
                    <a:lumMod val="20000"/>
                    <a:lumOff val="80000"/>
                  </a:schemeClr>
                </a:solidFill>
                <a:latin typeface="Orgon Slab Medium"/>
                <a:cs typeface="Orgon Slab Medium"/>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dirty="0"/>
              <a:t>HEADER HERE </a:t>
            </a:r>
          </a:p>
          <a:p>
            <a:pPr lvl="0"/>
            <a:r>
              <a:rPr lang="en-US" dirty="0"/>
              <a:t>(ORGON SLAB MEDIUM, 30 PT.)</a:t>
            </a:r>
          </a:p>
        </p:txBody>
      </p:sp>
      <p:pic>
        <p:nvPicPr>
          <p:cNvPr id="8" name="Picture 7"/>
          <p:cNvPicPr>
            <a:picLocks noChangeAspect="1"/>
          </p:cNvPicPr>
          <p:nvPr userDrawn="1"/>
        </p:nvPicPr>
        <p:blipFill>
          <a:blip r:embed="rId2"/>
          <a:stretch>
            <a:fillRect/>
          </a:stretch>
        </p:blipFill>
        <p:spPr>
          <a:xfrm>
            <a:off x="10192076" y="5522384"/>
            <a:ext cx="1799288" cy="1091480"/>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403" y="-189984"/>
            <a:ext cx="12456737" cy="467127"/>
          </a:xfrm>
          <a:prstGeom prst="rect">
            <a:avLst/>
          </a:prstGeom>
        </p:spPr>
      </p:pic>
    </p:spTree>
    <p:extLst>
      <p:ext uri="{BB962C8B-B14F-4D97-AF65-F5344CB8AC3E}">
        <p14:creationId xmlns:p14="http://schemas.microsoft.com/office/powerpoint/2010/main" val="36425276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868176"/>
      </p:ext>
    </p:extLst>
  </p:cSld>
  <p:clrMap bg1="lt1" tx1="dk1" bg2="lt2" tx2="dk2" accent1="accent1" accent2="accent2" accent3="accent3" accent4="accent4" accent5="accent5" accent6="accent6" hlink="hlink" folHlink="folHlink"/>
  <p:sldLayoutIdLst>
    <p:sldLayoutId id="2147483653" r:id="rId1"/>
    <p:sldLayoutId id="2147483663" r:id="rId2"/>
    <p:sldLayoutId id="2147483664" r:id="rId3"/>
    <p:sldLayoutId id="2147483665" r:id="rId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B2B4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176121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54" r:id="rId5"/>
    <p:sldLayoutId id="2147483655" r:id="rId6"/>
    <p:sldLayoutId id="2147483656" r:id="rId7"/>
    <p:sldLayoutId id="2147483657"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509E2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11661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a:spLocks noGrp="1"/>
          </p:cNvSpPr>
          <p:nvPr>
            <p:ph type="body" sz="quarter" idx="10"/>
          </p:nvPr>
        </p:nvSpPr>
        <p:spPr>
          <a:xfrm>
            <a:off x="1778000" y="927101"/>
            <a:ext cx="8712200" cy="3314700"/>
          </a:xfrm>
        </p:spPr>
        <p:txBody>
          <a:bodyPr>
            <a:normAutofit/>
          </a:bodyPr>
          <a:lstStyle/>
          <a:p>
            <a:pPr algn="ctr"/>
            <a:r>
              <a:rPr lang="en-US" sz="4400" b="1" dirty="0">
                <a:solidFill>
                  <a:srgbClr val="002060"/>
                </a:solidFill>
                <a:latin typeface="Arial" charset="0"/>
                <a:ea typeface="Arial" charset="0"/>
                <a:cs typeface="Arial" charset="0"/>
              </a:rPr>
              <a:t>Assessment of Air Quality Associated with Socioeconomic Status in China</a:t>
            </a:r>
          </a:p>
          <a:p>
            <a:pPr algn="ctr"/>
            <a:endParaRPr lang="en-US" sz="3200" b="1" dirty="0">
              <a:solidFill>
                <a:srgbClr val="002060"/>
              </a:solidFill>
              <a:latin typeface="Arial" charset="0"/>
              <a:ea typeface="Arial" charset="0"/>
              <a:cs typeface="Arial" charset="0"/>
            </a:endParaRPr>
          </a:p>
          <a:p>
            <a:pPr algn="ctr"/>
            <a:r>
              <a:rPr lang="en-US" sz="3200" b="1" dirty="0">
                <a:solidFill>
                  <a:srgbClr val="002060"/>
                </a:solidFill>
                <a:latin typeface="Arial" charset="0"/>
                <a:ea typeface="Arial" charset="0"/>
                <a:cs typeface="Arial" charset="0"/>
              </a:rPr>
              <a:t>IST 5520 Project </a:t>
            </a:r>
          </a:p>
        </p:txBody>
      </p:sp>
      <p:sp>
        <p:nvSpPr>
          <p:cNvPr id="2" name="TextBox 1"/>
          <p:cNvSpPr txBox="1"/>
          <p:nvPr/>
        </p:nvSpPr>
        <p:spPr>
          <a:xfrm>
            <a:off x="1612900" y="4445001"/>
            <a:ext cx="8712200" cy="1938992"/>
          </a:xfrm>
          <a:prstGeom prst="rect">
            <a:avLst/>
          </a:prstGeom>
          <a:noFill/>
        </p:spPr>
        <p:txBody>
          <a:bodyPr wrap="square" rtlCol="0">
            <a:spAutoFit/>
          </a:bodyPr>
          <a:lstStyle/>
          <a:p>
            <a:pPr algn="ctr">
              <a:lnSpc>
                <a:spcPct val="150000"/>
              </a:lnSpc>
            </a:pPr>
            <a:r>
              <a:rPr lang="en-US" sz="3200" dirty="0">
                <a:solidFill>
                  <a:srgbClr val="002060"/>
                </a:solidFill>
                <a:latin typeface="Arial" charset="0"/>
                <a:ea typeface="Arial" charset="0"/>
                <a:cs typeface="Arial" charset="0"/>
              </a:rPr>
              <a:t>By </a:t>
            </a:r>
            <a:r>
              <a:rPr lang="en-US" sz="3200" dirty="0" err="1">
                <a:solidFill>
                  <a:srgbClr val="002060"/>
                </a:solidFill>
                <a:latin typeface="Arial" charset="0"/>
                <a:ea typeface="Arial" charset="0"/>
                <a:cs typeface="Arial" charset="0"/>
              </a:rPr>
              <a:t>Wenyuan</a:t>
            </a:r>
            <a:r>
              <a:rPr lang="en-US" sz="3200" dirty="0">
                <a:solidFill>
                  <a:srgbClr val="002060"/>
                </a:solidFill>
                <a:latin typeface="Arial" charset="0"/>
                <a:ea typeface="Arial" charset="0"/>
                <a:cs typeface="Arial" charset="0"/>
              </a:rPr>
              <a:t> Cui and Hao Wu</a:t>
            </a:r>
          </a:p>
          <a:p>
            <a:pPr algn="ctr">
              <a:lnSpc>
                <a:spcPct val="150000"/>
              </a:lnSpc>
            </a:pPr>
            <a:r>
              <a:rPr lang="en-US" sz="2400" dirty="0">
                <a:solidFill>
                  <a:srgbClr val="002060"/>
                </a:solidFill>
                <a:latin typeface="Arial" charset="0"/>
                <a:ea typeface="Arial" charset="0"/>
                <a:cs typeface="Arial" charset="0"/>
              </a:rPr>
              <a:t>Department of Mechanical and Aerospace Engineering</a:t>
            </a:r>
          </a:p>
          <a:p>
            <a:pPr algn="ctr">
              <a:lnSpc>
                <a:spcPct val="150000"/>
              </a:lnSpc>
            </a:pPr>
            <a:r>
              <a:rPr lang="en-US" sz="2400" dirty="0">
                <a:solidFill>
                  <a:srgbClr val="002060"/>
                </a:solidFill>
                <a:latin typeface="Arial" charset="0"/>
                <a:ea typeface="Arial" charset="0"/>
                <a:cs typeface="Arial" charset="0"/>
              </a:rPr>
              <a:t>May 2</a:t>
            </a:r>
            <a:r>
              <a:rPr lang="en-US" sz="2400" baseline="30000" dirty="0">
                <a:solidFill>
                  <a:srgbClr val="002060"/>
                </a:solidFill>
                <a:latin typeface="Arial" charset="0"/>
                <a:ea typeface="Arial" charset="0"/>
                <a:cs typeface="Arial" charset="0"/>
              </a:rPr>
              <a:t>nd</a:t>
            </a:r>
            <a:r>
              <a:rPr lang="en-US" sz="2400" dirty="0">
                <a:solidFill>
                  <a:srgbClr val="002060"/>
                </a:solidFill>
                <a:latin typeface="Arial" charset="0"/>
                <a:ea typeface="Arial" charset="0"/>
                <a:cs typeface="Arial" charset="0"/>
              </a:rPr>
              <a:t>,2018</a:t>
            </a:r>
          </a:p>
        </p:txBody>
      </p:sp>
    </p:spTree>
    <p:extLst>
      <p:ext uri="{BB962C8B-B14F-4D97-AF65-F5344CB8AC3E}">
        <p14:creationId xmlns:p14="http://schemas.microsoft.com/office/powerpoint/2010/main" val="1913477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pPr defTabSz="914400">
              <a:spcBef>
                <a:spcPts val="0"/>
              </a:spcBef>
              <a:buFont typeface="Wingdings" charset="2"/>
              <a:buChar char="v"/>
              <a:defRPr/>
            </a:pPr>
            <a:r>
              <a:rPr lang="en-US" sz="2800" dirty="0">
                <a:solidFill>
                  <a:srgbClr val="7030A0"/>
                </a:solidFill>
                <a:latin typeface="Arial" charset="0"/>
                <a:ea typeface="Arial" charset="0"/>
                <a:cs typeface="Arial" charset="0"/>
              </a:rPr>
              <a:t>Introduction</a:t>
            </a:r>
          </a:p>
          <a:p>
            <a:pPr defTabSz="914400">
              <a:spcBef>
                <a:spcPts val="0"/>
              </a:spcBef>
              <a:buFont typeface="Wingdings" charset="2"/>
              <a:buChar char="v"/>
              <a:defRPr/>
            </a:pPr>
            <a:r>
              <a:rPr lang="en-US" sz="2800" dirty="0">
                <a:solidFill>
                  <a:srgbClr val="7030A0"/>
                </a:solidFill>
                <a:latin typeface="Arial" charset="0"/>
                <a:ea typeface="Arial" charset="0"/>
                <a:cs typeface="Arial" charset="0"/>
              </a:rPr>
              <a:t>Data Collection</a:t>
            </a:r>
          </a:p>
          <a:p>
            <a:pPr defTabSz="914400">
              <a:spcBef>
                <a:spcPts val="0"/>
              </a:spcBef>
              <a:buFont typeface="Wingdings" charset="2"/>
              <a:buChar char="v"/>
              <a:defRPr/>
            </a:pPr>
            <a:r>
              <a:rPr lang="en-US" sz="2800" dirty="0">
                <a:solidFill>
                  <a:srgbClr val="7030A0"/>
                </a:solidFill>
                <a:latin typeface="Arial" charset="0"/>
                <a:ea typeface="Arial" charset="0"/>
                <a:cs typeface="Arial" charset="0"/>
              </a:rPr>
              <a:t>Data Manipulation and Visualization</a:t>
            </a:r>
          </a:p>
          <a:p>
            <a:pPr defTabSz="914400">
              <a:spcBef>
                <a:spcPts val="0"/>
              </a:spcBef>
              <a:buFont typeface="Wingdings" charset="2"/>
              <a:buChar char="v"/>
              <a:defRPr/>
            </a:pPr>
            <a:r>
              <a:rPr lang="en-US" sz="2800" dirty="0">
                <a:solidFill>
                  <a:srgbClr val="7030A0"/>
                </a:solidFill>
                <a:latin typeface="Arial" charset="0"/>
                <a:ea typeface="Arial" charset="0"/>
                <a:cs typeface="Arial" charset="0"/>
              </a:rPr>
              <a:t>Regression Analysis</a:t>
            </a:r>
          </a:p>
          <a:p>
            <a:pPr defTabSz="914400">
              <a:spcBef>
                <a:spcPts val="0"/>
              </a:spcBef>
              <a:buFont typeface="Wingdings" charset="2"/>
              <a:buChar char="v"/>
              <a:defRPr/>
            </a:pPr>
            <a:r>
              <a:rPr lang="en-US" sz="2800" dirty="0">
                <a:solidFill>
                  <a:srgbClr val="7030A0"/>
                </a:solidFill>
                <a:latin typeface="Arial" charset="0"/>
                <a:ea typeface="Arial" charset="0"/>
                <a:cs typeface="Arial" charset="0"/>
              </a:rPr>
              <a:t>Predictive Modeling</a:t>
            </a:r>
          </a:p>
          <a:p>
            <a:pPr defTabSz="914400">
              <a:spcBef>
                <a:spcPts val="0"/>
              </a:spcBef>
              <a:buFont typeface="Wingdings" charset="2"/>
              <a:buChar char="v"/>
              <a:defRPr/>
            </a:pPr>
            <a:r>
              <a:rPr lang="en-US" sz="2800" dirty="0">
                <a:solidFill>
                  <a:srgbClr val="7030A0"/>
                </a:solidFill>
                <a:latin typeface="Arial" charset="0"/>
                <a:ea typeface="Arial" charset="0"/>
                <a:cs typeface="Arial" charset="0"/>
              </a:rPr>
              <a:t>Conclusions and Future Improvement</a:t>
            </a:r>
          </a:p>
          <a:p>
            <a:pPr marL="0" indent="0" defTabSz="914400">
              <a:spcBef>
                <a:spcPts val="0"/>
              </a:spcBef>
              <a:buNone/>
              <a:defRPr/>
            </a:pPr>
            <a:endParaRPr lang="en-US" dirty="0"/>
          </a:p>
          <a:p>
            <a:pPr marL="0" indent="0" defTabSz="914400">
              <a:spcBef>
                <a:spcPts val="0"/>
              </a:spcBef>
              <a:buNone/>
              <a:defRPr/>
            </a:pPr>
            <a:endParaRPr lang="en-US" dirty="0"/>
          </a:p>
        </p:txBody>
      </p:sp>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Outline</a:t>
            </a:r>
          </a:p>
        </p:txBody>
      </p:sp>
    </p:spTree>
    <p:extLst>
      <p:ext uri="{BB962C8B-B14F-4D97-AF65-F5344CB8AC3E}">
        <p14:creationId xmlns:p14="http://schemas.microsoft.com/office/powerpoint/2010/main" val="858603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373424" y="1421440"/>
            <a:ext cx="7622143" cy="5165791"/>
          </a:xfrm>
        </p:spPr>
        <p:txBody>
          <a:bodyPr/>
          <a:lstStyle/>
          <a:p>
            <a:pPr marL="0" indent="0">
              <a:buNone/>
            </a:pPr>
            <a:r>
              <a:rPr lang="en-US" dirty="0">
                <a:solidFill>
                  <a:srgbClr val="33006F"/>
                </a:solidFill>
              </a:rPr>
              <a:t>What is air pollution and its cause?</a:t>
            </a:r>
            <a:endParaRPr lang="en-US" dirty="0"/>
          </a:p>
          <a:p>
            <a:pPr>
              <a:buFont typeface="Wingdings" panose="05000000000000000000" pitchFamily="2" charset="2"/>
              <a:buChar char="q"/>
            </a:pPr>
            <a:r>
              <a:rPr lang="en-US" sz="2000" dirty="0">
                <a:solidFill>
                  <a:schemeClr val="accent4">
                    <a:lumMod val="10000"/>
                  </a:schemeClr>
                </a:solidFill>
              </a:rPr>
              <a:t>The presence of toxic chemicals such as PM2.5,PM10,CO,SO2,etc in the air</a:t>
            </a:r>
          </a:p>
          <a:p>
            <a:pPr>
              <a:buFont typeface="Wingdings" panose="05000000000000000000" pitchFamily="2" charset="2"/>
              <a:buChar char="q"/>
            </a:pPr>
            <a:r>
              <a:rPr lang="en-US" sz="2000" dirty="0">
                <a:solidFill>
                  <a:schemeClr val="accent4">
                    <a:lumMod val="10000"/>
                  </a:schemeClr>
                </a:solidFill>
              </a:rPr>
              <a:t>Caused by human activities such as mining , industrial work, transportation, construction, etc.</a:t>
            </a:r>
          </a:p>
          <a:p>
            <a:pPr marL="0" indent="0">
              <a:buNone/>
            </a:pPr>
            <a:endParaRPr lang="en-US" sz="1050" dirty="0">
              <a:solidFill>
                <a:srgbClr val="33006F"/>
              </a:solidFill>
            </a:endParaRPr>
          </a:p>
          <a:p>
            <a:pPr marL="0" indent="0">
              <a:buNone/>
            </a:pPr>
            <a:r>
              <a:rPr lang="en-US" dirty="0">
                <a:solidFill>
                  <a:srgbClr val="33006F"/>
                </a:solidFill>
              </a:rPr>
              <a:t>Why the air quality analysis matters?</a:t>
            </a:r>
          </a:p>
          <a:p>
            <a:pPr>
              <a:buFont typeface="Wingdings" panose="05000000000000000000" pitchFamily="2" charset="2"/>
              <a:buChar char="q"/>
            </a:pPr>
            <a:r>
              <a:rPr lang="en-US" sz="2000" dirty="0">
                <a:solidFill>
                  <a:schemeClr val="accent4">
                    <a:lumMod val="10000"/>
                  </a:schemeClr>
                </a:solidFill>
              </a:rPr>
              <a:t>Environment  being polluted</a:t>
            </a:r>
          </a:p>
          <a:p>
            <a:pPr>
              <a:buFont typeface="Wingdings" panose="05000000000000000000" pitchFamily="2" charset="2"/>
              <a:buChar char="q"/>
            </a:pPr>
            <a:r>
              <a:rPr lang="en-US" sz="2000" dirty="0">
                <a:solidFill>
                  <a:schemeClr val="accent4">
                    <a:lumMod val="10000"/>
                  </a:schemeClr>
                </a:solidFill>
              </a:rPr>
              <a:t>Millions of people suffer from health risk due to air pollution</a:t>
            </a:r>
          </a:p>
          <a:p>
            <a:pPr marL="0" indent="0">
              <a:buNone/>
            </a:pPr>
            <a:endParaRPr lang="en-US" sz="1050" dirty="0"/>
          </a:p>
          <a:p>
            <a:pPr marL="0" indent="0">
              <a:buNone/>
            </a:pPr>
            <a:r>
              <a:rPr lang="en-US" dirty="0">
                <a:solidFill>
                  <a:srgbClr val="33006F"/>
                </a:solidFill>
              </a:rPr>
              <a:t>What are benefits of this project?</a:t>
            </a:r>
            <a:endParaRPr lang="en-US" sz="2000" dirty="0">
              <a:solidFill>
                <a:schemeClr val="accent4">
                  <a:lumMod val="10000"/>
                </a:schemeClr>
              </a:solidFill>
            </a:endParaRPr>
          </a:p>
          <a:p>
            <a:pPr>
              <a:buFont typeface="Wingdings" panose="05000000000000000000" pitchFamily="2" charset="2"/>
              <a:buChar char="q"/>
            </a:pPr>
            <a:r>
              <a:rPr lang="en-US" sz="2000" dirty="0">
                <a:solidFill>
                  <a:schemeClr val="accent4">
                    <a:lumMod val="10000"/>
                  </a:schemeClr>
                </a:solidFill>
              </a:rPr>
              <a:t>Provide insights into the air quality with GDP and energy consumption</a:t>
            </a:r>
          </a:p>
          <a:p>
            <a:pPr>
              <a:buFont typeface="Wingdings" panose="05000000000000000000" pitchFamily="2" charset="2"/>
              <a:buChar char="q"/>
            </a:pPr>
            <a:r>
              <a:rPr lang="en-US" sz="2000" dirty="0">
                <a:solidFill>
                  <a:schemeClr val="accent4">
                    <a:lumMod val="10000"/>
                  </a:schemeClr>
                </a:solidFill>
              </a:rPr>
              <a:t>Governments and environmental agencies to take measures  of protecting our environment</a:t>
            </a:r>
          </a:p>
          <a:p>
            <a:pPr marL="120551" indent="-120551">
              <a:buFont typeface="Arial" panose="020B0604020202020204" pitchFamily="34" charset="0"/>
              <a:buChar char="•"/>
            </a:pPr>
            <a:endParaRPr lang="en-US" sz="800" b="1" dirty="0"/>
          </a:p>
          <a:p>
            <a:pPr marL="120551" indent="-120551">
              <a:buFont typeface="Arial" panose="020B0604020202020204" pitchFamily="34" charset="0"/>
              <a:buChar char="•"/>
            </a:pPr>
            <a:endParaRPr lang="en-US" sz="1100" dirty="0"/>
          </a:p>
        </p:txBody>
      </p:sp>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Introduction</a:t>
            </a: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b="5457"/>
          <a:stretch/>
        </p:blipFill>
        <p:spPr>
          <a:xfrm>
            <a:off x="8313038" y="450337"/>
            <a:ext cx="3381250" cy="213114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3038" y="2767063"/>
            <a:ext cx="3381250" cy="2230536"/>
          </a:xfrm>
          <a:prstGeom prst="rect">
            <a:avLst/>
          </a:prstGeom>
        </p:spPr>
      </p:pic>
    </p:spTree>
    <p:extLst>
      <p:ext uri="{BB962C8B-B14F-4D97-AF65-F5344CB8AC3E}">
        <p14:creationId xmlns:p14="http://schemas.microsoft.com/office/powerpoint/2010/main" val="669648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41B03512-6764-4E10-A0AA-EFFDE27E6519}"/>
              </a:ext>
            </a:extLst>
          </p:cNvPr>
          <p:cNvSpPr>
            <a:spLocks noGrp="1"/>
          </p:cNvSpPr>
          <p:nvPr>
            <p:ph type="body" sz="quarter" idx="11"/>
          </p:nvPr>
        </p:nvSpPr>
        <p:spPr/>
        <p:txBody>
          <a:bodyPr/>
          <a:lstStyle/>
          <a:p>
            <a:pPr>
              <a:buFont typeface="Wingdings" panose="05000000000000000000" pitchFamily="2" charset="2"/>
              <a:buChar char="Ø"/>
            </a:pPr>
            <a:r>
              <a:rPr lang="en-US" sz="2800" dirty="0">
                <a:solidFill>
                  <a:schemeClr val="accent4">
                    <a:lumMod val="10000"/>
                  </a:schemeClr>
                </a:solidFill>
              </a:rPr>
              <a:t>To find the cause of air pollution in China by analyzing air quality data of five Chinese cities from 2015 to 2017</a:t>
            </a:r>
          </a:p>
          <a:p>
            <a:pPr>
              <a:buFont typeface="Wingdings" panose="05000000000000000000" pitchFamily="2" charset="2"/>
              <a:buChar char="Ø"/>
            </a:pPr>
            <a:r>
              <a:rPr lang="en-US" sz="2800" dirty="0">
                <a:solidFill>
                  <a:schemeClr val="accent4">
                    <a:lumMod val="10000"/>
                  </a:schemeClr>
                </a:solidFill>
              </a:rPr>
              <a:t>Summarize and visualize the air quality index across the time and cities</a:t>
            </a:r>
          </a:p>
          <a:p>
            <a:pPr>
              <a:buFont typeface="Wingdings" panose="05000000000000000000" pitchFamily="2" charset="2"/>
              <a:buChar char="Ø"/>
            </a:pPr>
            <a:r>
              <a:rPr lang="en-US" sz="2800" dirty="0">
                <a:solidFill>
                  <a:schemeClr val="accent4">
                    <a:lumMod val="10000"/>
                  </a:schemeClr>
                </a:solidFill>
              </a:rPr>
              <a:t>Link the correlationship between air quality and air pollutants </a:t>
            </a:r>
          </a:p>
          <a:p>
            <a:pPr>
              <a:buFont typeface="Wingdings" panose="05000000000000000000" pitchFamily="2" charset="2"/>
              <a:buChar char="Ø"/>
            </a:pPr>
            <a:r>
              <a:rPr lang="en-US" sz="2800" dirty="0">
                <a:solidFill>
                  <a:schemeClr val="accent4">
                    <a:lumMod val="10000"/>
                  </a:schemeClr>
                </a:solidFill>
              </a:rPr>
              <a:t>Build up the predictive modeling of air quality index</a:t>
            </a:r>
          </a:p>
          <a:p>
            <a:endParaRPr lang="en-US" dirty="0"/>
          </a:p>
          <a:p>
            <a:endParaRPr lang="en-US" dirty="0"/>
          </a:p>
        </p:txBody>
      </p:sp>
      <p:sp>
        <p:nvSpPr>
          <p:cNvPr id="3" name="Text Placeholder 2">
            <a:extLst>
              <a:ext uri="{FF2B5EF4-FFF2-40B4-BE49-F238E27FC236}">
                <a16:creationId xmlns:a16="http://schemas.microsoft.com/office/drawing/2014/main" xmlns="" id="{98AF990C-6D17-4073-B89F-8FAFFB5C28A8}"/>
              </a:ext>
            </a:extLst>
          </p:cNvPr>
          <p:cNvSpPr>
            <a:spLocks noGrp="1"/>
          </p:cNvSpPr>
          <p:nvPr>
            <p:ph type="body" sz="quarter" idx="12"/>
          </p:nvPr>
        </p:nvSpPr>
        <p:spPr/>
        <p:txBody>
          <a:bodyPr>
            <a:normAutofit/>
          </a:bodyPr>
          <a:lstStyle/>
          <a:p>
            <a:r>
              <a:rPr lang="en-US" sz="4400" b="1" dirty="0">
                <a:solidFill>
                  <a:schemeClr val="accent4">
                    <a:lumMod val="10000"/>
                  </a:schemeClr>
                </a:solidFill>
                <a:latin typeface="Arial" panose="020B0604020202020204" pitchFamily="34" charset="0"/>
                <a:cs typeface="Arial" panose="020B0604020202020204" pitchFamily="34" charset="0"/>
              </a:rPr>
              <a:t>Objectives</a:t>
            </a:r>
          </a:p>
        </p:txBody>
      </p:sp>
    </p:spTree>
    <p:extLst>
      <p:ext uri="{BB962C8B-B14F-4D97-AF65-F5344CB8AC3E}">
        <p14:creationId xmlns:p14="http://schemas.microsoft.com/office/powerpoint/2010/main" val="1344168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Data Source and Collection</a:t>
            </a:r>
          </a:p>
        </p:txBody>
      </p:sp>
      <p:sp>
        <p:nvSpPr>
          <p:cNvPr id="7" name="Rectangle 6"/>
          <p:cNvSpPr/>
          <p:nvPr/>
        </p:nvSpPr>
        <p:spPr>
          <a:xfrm>
            <a:off x="5511140" y="1515910"/>
            <a:ext cx="5930900" cy="5209118"/>
          </a:xfrm>
          <a:prstGeom prst="rect">
            <a:avLst/>
          </a:prstGeom>
        </p:spPr>
        <p:txBody>
          <a:bodyPr wrap="square">
            <a:spAutoFit/>
          </a:bodyPr>
          <a:lstStyle/>
          <a:p>
            <a:r>
              <a:rPr lang="en-US" sz="1400" dirty="0">
                <a:solidFill>
                  <a:schemeClr val="accent4">
                    <a:lumMod val="10000"/>
                  </a:schemeClr>
                </a:solidFill>
                <a:latin typeface="Orgon Slab Light"/>
              </a:rPr>
              <a:t>The information of the data</a:t>
            </a:r>
          </a:p>
          <a:p>
            <a:pPr lvl="1"/>
            <a:r>
              <a:rPr lang="en-US" sz="1400" dirty="0">
                <a:solidFill>
                  <a:schemeClr val="accent4">
                    <a:lumMod val="10000"/>
                  </a:schemeClr>
                </a:solidFill>
                <a:latin typeface="Orgon Slab Light"/>
              </a:rPr>
              <a:t>year: year of data in this row</a:t>
            </a:r>
          </a:p>
          <a:p>
            <a:pPr lvl="1"/>
            <a:r>
              <a:rPr lang="en-US" sz="1400" dirty="0">
                <a:solidFill>
                  <a:schemeClr val="accent4">
                    <a:lumMod val="10000"/>
                  </a:schemeClr>
                </a:solidFill>
                <a:latin typeface="Orgon Slab Light"/>
              </a:rPr>
              <a:t>month: month of data in this row</a:t>
            </a:r>
          </a:p>
          <a:p>
            <a:pPr lvl="1"/>
            <a:r>
              <a:rPr lang="en-US" sz="1400" dirty="0">
                <a:solidFill>
                  <a:schemeClr val="accent4">
                    <a:lumMod val="10000"/>
                  </a:schemeClr>
                </a:solidFill>
                <a:latin typeface="Orgon Slab Light"/>
              </a:rPr>
              <a:t>day: day of data in this row</a:t>
            </a:r>
          </a:p>
          <a:p>
            <a:pPr lvl="1"/>
            <a:r>
              <a:rPr lang="en-US" sz="1400" dirty="0">
                <a:solidFill>
                  <a:schemeClr val="accent4">
                    <a:lumMod val="10000"/>
                  </a:schemeClr>
                </a:solidFill>
                <a:latin typeface="Orgon Slab Light"/>
              </a:rPr>
              <a:t>hour: hour of data in this row</a:t>
            </a:r>
          </a:p>
          <a:p>
            <a:pPr lvl="1"/>
            <a:r>
              <a:rPr lang="en-US" sz="1400" dirty="0">
                <a:solidFill>
                  <a:schemeClr val="accent4">
                    <a:lumMod val="10000"/>
                  </a:schemeClr>
                </a:solidFill>
                <a:latin typeface="Orgon Slab Light"/>
              </a:rPr>
              <a:t>PM2.5: PM2.5 concentration (mg/m^3)</a:t>
            </a:r>
          </a:p>
          <a:p>
            <a:pPr lvl="1"/>
            <a:r>
              <a:rPr lang="en-US" sz="1400" dirty="0">
                <a:solidFill>
                  <a:schemeClr val="accent4">
                    <a:lumMod val="10000"/>
                  </a:schemeClr>
                </a:solidFill>
                <a:latin typeface="Orgon Slab Light"/>
              </a:rPr>
              <a:t>PM2.5_24h: PM2.5 concentration 24 hourly average (mg/m^3)</a:t>
            </a:r>
          </a:p>
          <a:p>
            <a:pPr lvl="1"/>
            <a:r>
              <a:rPr lang="en-US" sz="1400" dirty="0">
                <a:solidFill>
                  <a:schemeClr val="accent4">
                    <a:lumMod val="10000"/>
                  </a:schemeClr>
                </a:solidFill>
                <a:latin typeface="Orgon Slab Light"/>
              </a:rPr>
              <a:t>PM10: PM10 concentration (mg/m^3)</a:t>
            </a:r>
          </a:p>
          <a:p>
            <a:pPr lvl="1"/>
            <a:r>
              <a:rPr lang="en-US" sz="1400" dirty="0">
                <a:solidFill>
                  <a:schemeClr val="accent4">
                    <a:lumMod val="10000"/>
                  </a:schemeClr>
                </a:solidFill>
                <a:latin typeface="Orgon Slab Light"/>
              </a:rPr>
              <a:t>PM10_24h: PM10 concentration 24 hourly average (mg/m^3)</a:t>
            </a:r>
          </a:p>
          <a:p>
            <a:pPr lvl="1"/>
            <a:r>
              <a:rPr lang="en-US" sz="1400" dirty="0">
                <a:solidFill>
                  <a:schemeClr val="accent4">
                    <a:lumMod val="10000"/>
                  </a:schemeClr>
                </a:solidFill>
                <a:latin typeface="Orgon Slab Light"/>
              </a:rPr>
              <a:t>AQI: air quality index real time value</a:t>
            </a:r>
          </a:p>
          <a:p>
            <a:pPr lvl="1"/>
            <a:r>
              <a:rPr lang="en-US" sz="1400" dirty="0">
                <a:solidFill>
                  <a:schemeClr val="accent4">
                    <a:lumMod val="10000"/>
                  </a:schemeClr>
                </a:solidFill>
                <a:latin typeface="Orgon Slab Light"/>
              </a:rPr>
              <a:t>SO2: sulfur dioxide real time concentration (mg/m^3)</a:t>
            </a:r>
          </a:p>
          <a:p>
            <a:pPr lvl="1"/>
            <a:r>
              <a:rPr lang="en-US" sz="1400" dirty="0">
                <a:solidFill>
                  <a:schemeClr val="accent4">
                    <a:lumMod val="10000"/>
                  </a:schemeClr>
                </a:solidFill>
                <a:latin typeface="Orgon Slab Light"/>
              </a:rPr>
              <a:t>SO2_24h: sulfur dioxide 24 hourly average (mg/m^3)</a:t>
            </a:r>
          </a:p>
          <a:p>
            <a:pPr lvl="1"/>
            <a:r>
              <a:rPr lang="en-US" sz="1400" dirty="0">
                <a:solidFill>
                  <a:schemeClr val="accent4">
                    <a:lumMod val="10000"/>
                  </a:schemeClr>
                </a:solidFill>
                <a:latin typeface="Orgon Slab Light"/>
              </a:rPr>
              <a:t>NO2: nitrogen dioxide real time concentration (mg/m^3)</a:t>
            </a:r>
          </a:p>
          <a:p>
            <a:pPr lvl="1"/>
            <a:r>
              <a:rPr lang="en-US" sz="1400" dirty="0">
                <a:solidFill>
                  <a:schemeClr val="accent4">
                    <a:lumMod val="10000"/>
                  </a:schemeClr>
                </a:solidFill>
                <a:latin typeface="Orgon Slab Light"/>
              </a:rPr>
              <a:t>NO2_24h: nitrogen dioxide 24 hourly average (mg/m^3)</a:t>
            </a:r>
          </a:p>
          <a:p>
            <a:pPr lvl="1"/>
            <a:r>
              <a:rPr lang="en-US" sz="1400" dirty="0">
                <a:solidFill>
                  <a:schemeClr val="accent4">
                    <a:lumMod val="10000"/>
                  </a:schemeClr>
                </a:solidFill>
                <a:latin typeface="Orgon Slab Light"/>
              </a:rPr>
              <a:t>O3: ozone real time concentration (mg/m^3)</a:t>
            </a:r>
          </a:p>
          <a:p>
            <a:pPr lvl="1"/>
            <a:r>
              <a:rPr lang="en-US" sz="1400" dirty="0">
                <a:solidFill>
                  <a:schemeClr val="accent4">
                    <a:lumMod val="10000"/>
                  </a:schemeClr>
                </a:solidFill>
                <a:latin typeface="Orgon Slab Light"/>
              </a:rPr>
              <a:t>CO: carbon monoxide real time concentration (mg/m^3)</a:t>
            </a:r>
          </a:p>
          <a:p>
            <a:pPr lvl="1"/>
            <a:r>
              <a:rPr lang="en-US" sz="1400" dirty="0">
                <a:solidFill>
                  <a:schemeClr val="accent4">
                    <a:lumMod val="10000"/>
                  </a:schemeClr>
                </a:solidFill>
                <a:latin typeface="Orgon Slab Light"/>
              </a:rPr>
              <a:t>CO_24h: carbon monoxide 24 hourly average(mg/m^3)</a:t>
            </a:r>
          </a:p>
          <a:p>
            <a:pPr lvl="1" fontAlgn="base"/>
            <a:r>
              <a:rPr lang="en-US" sz="1400" dirty="0">
                <a:solidFill>
                  <a:schemeClr val="accent4">
                    <a:lumMod val="10000"/>
                  </a:schemeClr>
                </a:solidFill>
                <a:latin typeface="Orgon Slab Light"/>
              </a:rPr>
              <a:t>DEWP: Dew Point (Celsius Degree)</a:t>
            </a:r>
          </a:p>
          <a:p>
            <a:pPr lvl="1" fontAlgn="base"/>
            <a:r>
              <a:rPr lang="en-US" sz="1400" dirty="0">
                <a:solidFill>
                  <a:schemeClr val="accent4">
                    <a:lumMod val="10000"/>
                  </a:schemeClr>
                </a:solidFill>
                <a:latin typeface="Orgon Slab Light"/>
              </a:rPr>
              <a:t>TEMP: Temperature (Celsius Degree)</a:t>
            </a:r>
          </a:p>
          <a:p>
            <a:pPr lvl="1" fontAlgn="base"/>
            <a:r>
              <a:rPr lang="en-US" sz="1400" dirty="0">
                <a:solidFill>
                  <a:schemeClr val="accent4">
                    <a:lumMod val="10000"/>
                  </a:schemeClr>
                </a:solidFill>
                <a:latin typeface="Orgon Slab Light"/>
              </a:rPr>
              <a:t>HUMI: Humidity (%)</a:t>
            </a:r>
          </a:p>
          <a:p>
            <a:pPr lvl="1" fontAlgn="base"/>
            <a:r>
              <a:rPr lang="en-US" sz="1400" dirty="0">
                <a:solidFill>
                  <a:schemeClr val="accent4">
                    <a:lumMod val="10000"/>
                  </a:schemeClr>
                </a:solidFill>
                <a:latin typeface="Orgon Slab Light"/>
              </a:rPr>
              <a:t>PRES: Pressure (</a:t>
            </a:r>
            <a:r>
              <a:rPr lang="en-US" sz="1400" dirty="0" err="1">
                <a:solidFill>
                  <a:schemeClr val="accent4">
                    <a:lumMod val="10000"/>
                  </a:schemeClr>
                </a:solidFill>
                <a:latin typeface="Orgon Slab Light"/>
              </a:rPr>
              <a:t>hPa</a:t>
            </a:r>
            <a:r>
              <a:rPr lang="en-US" sz="1400" dirty="0">
                <a:solidFill>
                  <a:schemeClr val="accent4">
                    <a:lumMod val="10000"/>
                  </a:schemeClr>
                </a:solidFill>
                <a:latin typeface="Orgon Slab Light"/>
              </a:rPr>
              <a:t>)</a:t>
            </a:r>
          </a:p>
          <a:p>
            <a:pPr lvl="1" fontAlgn="base"/>
            <a:r>
              <a:rPr lang="en-US" sz="1400" dirty="0" err="1">
                <a:solidFill>
                  <a:schemeClr val="accent4">
                    <a:lumMod val="10000"/>
                  </a:schemeClr>
                </a:solidFill>
                <a:latin typeface="Orgon Slab Light"/>
              </a:rPr>
              <a:t>cbwd</a:t>
            </a:r>
            <a:r>
              <a:rPr lang="en-US" sz="1400" dirty="0">
                <a:solidFill>
                  <a:schemeClr val="accent4">
                    <a:lumMod val="10000"/>
                  </a:schemeClr>
                </a:solidFill>
                <a:latin typeface="Orgon Slab Light"/>
              </a:rPr>
              <a:t>: Combined wind direction</a:t>
            </a:r>
          </a:p>
          <a:p>
            <a:pPr lvl="1" fontAlgn="base"/>
            <a:r>
              <a:rPr lang="en-US" sz="1400" dirty="0" err="1">
                <a:solidFill>
                  <a:schemeClr val="accent4">
                    <a:lumMod val="10000"/>
                  </a:schemeClr>
                </a:solidFill>
                <a:latin typeface="Orgon Slab Light"/>
              </a:rPr>
              <a:t>Iws</a:t>
            </a:r>
            <a:r>
              <a:rPr lang="en-US" sz="1400" dirty="0">
                <a:solidFill>
                  <a:schemeClr val="accent4">
                    <a:lumMod val="10000"/>
                  </a:schemeClr>
                </a:solidFill>
                <a:latin typeface="Orgon Slab Light"/>
              </a:rPr>
              <a:t>: Cumulated wind speed (m/s)</a:t>
            </a:r>
          </a:p>
          <a:p>
            <a:pPr lvl="1" fontAlgn="base"/>
            <a:endParaRPr lang="en-US" sz="1050" dirty="0"/>
          </a:p>
        </p:txBody>
      </p:sp>
      <p:sp>
        <p:nvSpPr>
          <p:cNvPr id="2" name="TextBox 1">
            <a:extLst>
              <a:ext uri="{FF2B5EF4-FFF2-40B4-BE49-F238E27FC236}">
                <a16:creationId xmlns:a16="http://schemas.microsoft.com/office/drawing/2014/main" xmlns="" id="{CF84FF62-716C-4795-BE6C-8B17371FCB40}"/>
              </a:ext>
            </a:extLst>
          </p:cNvPr>
          <p:cNvSpPr txBox="1"/>
          <p:nvPr/>
        </p:nvSpPr>
        <p:spPr>
          <a:xfrm>
            <a:off x="399495" y="1642369"/>
            <a:ext cx="4927107" cy="4512004"/>
          </a:xfrm>
          <a:prstGeom prst="rect">
            <a:avLst/>
          </a:prstGeom>
          <a:noFill/>
        </p:spPr>
        <p:txBody>
          <a:bodyPr wrap="square" rtlCol="0">
            <a:spAutoFit/>
          </a:bodyPr>
          <a:lstStyle/>
          <a:p>
            <a:pPr>
              <a:spcBef>
                <a:spcPct val="20000"/>
              </a:spcBef>
            </a:pPr>
            <a:r>
              <a:rPr lang="en-US" sz="2800" dirty="0">
                <a:solidFill>
                  <a:srgbClr val="33006F"/>
                </a:solidFill>
                <a:latin typeface="Orgon Slab Light"/>
              </a:rPr>
              <a:t>Data Source</a:t>
            </a:r>
          </a:p>
          <a:p>
            <a:pPr marL="342900" indent="-342900">
              <a:spcBef>
                <a:spcPct val="20000"/>
              </a:spcBef>
              <a:buFont typeface="Wingdings" panose="05000000000000000000" pitchFamily="2" charset="2"/>
              <a:buChar char="q"/>
            </a:pPr>
            <a:r>
              <a:rPr lang="en-US" sz="2400" dirty="0">
                <a:solidFill>
                  <a:schemeClr val="accent4">
                    <a:lumMod val="10000"/>
                  </a:schemeClr>
                </a:solidFill>
                <a:latin typeface="Orgon Slab Light"/>
              </a:rPr>
              <a:t>Kaggle.com</a:t>
            </a:r>
          </a:p>
          <a:p>
            <a:pPr marL="342900" indent="-342900">
              <a:spcBef>
                <a:spcPct val="20000"/>
              </a:spcBef>
              <a:buFont typeface="Wingdings" panose="05000000000000000000" pitchFamily="2" charset="2"/>
              <a:buChar char="q"/>
            </a:pPr>
            <a:r>
              <a:rPr lang="en-US" sz="2400" dirty="0">
                <a:solidFill>
                  <a:schemeClr val="accent4">
                    <a:lumMod val="10000"/>
                  </a:schemeClr>
                </a:solidFill>
                <a:latin typeface="Orgon Slab Light"/>
              </a:rPr>
              <a:t>PM2.5 daily from China National Environmental Monitoring Station</a:t>
            </a:r>
          </a:p>
          <a:p>
            <a:pPr>
              <a:spcBef>
                <a:spcPct val="20000"/>
              </a:spcBef>
            </a:pPr>
            <a:endParaRPr lang="en-US" sz="2400" dirty="0">
              <a:solidFill>
                <a:schemeClr val="accent4">
                  <a:lumMod val="10000"/>
                </a:schemeClr>
              </a:solidFill>
              <a:latin typeface="Orgon Slab Light"/>
            </a:endParaRPr>
          </a:p>
          <a:p>
            <a:pPr>
              <a:spcBef>
                <a:spcPct val="20000"/>
              </a:spcBef>
            </a:pPr>
            <a:r>
              <a:rPr lang="en-US" sz="2800" dirty="0">
                <a:solidFill>
                  <a:srgbClr val="33006F"/>
                </a:solidFill>
                <a:latin typeface="Orgon Slab Light"/>
              </a:rPr>
              <a:t>Data Information</a:t>
            </a:r>
          </a:p>
          <a:p>
            <a:pPr marL="342900" indent="-342900">
              <a:spcBef>
                <a:spcPct val="20000"/>
              </a:spcBef>
              <a:buFont typeface="Wingdings" panose="05000000000000000000" pitchFamily="2" charset="2"/>
              <a:buChar char="q"/>
            </a:pPr>
            <a:r>
              <a:rPr lang="en-US" sz="2400" dirty="0">
                <a:solidFill>
                  <a:schemeClr val="accent4">
                    <a:lumMod val="10000"/>
                  </a:schemeClr>
                </a:solidFill>
                <a:latin typeface="Orgon Slab Light"/>
              </a:rPr>
              <a:t>Sample size about 450 MB</a:t>
            </a:r>
          </a:p>
          <a:p>
            <a:pPr marL="342900" indent="-342900">
              <a:spcBef>
                <a:spcPct val="20000"/>
              </a:spcBef>
              <a:buFont typeface="Wingdings" panose="05000000000000000000" pitchFamily="2" charset="2"/>
              <a:buChar char="q"/>
            </a:pPr>
            <a:r>
              <a:rPr lang="en-US" sz="2400" dirty="0">
                <a:solidFill>
                  <a:schemeClr val="accent4">
                    <a:lumMod val="10000"/>
                  </a:schemeClr>
                </a:solidFill>
                <a:latin typeface="Orgon Slab Light"/>
              </a:rPr>
              <a:t>22 variables</a:t>
            </a:r>
          </a:p>
          <a:p>
            <a:pPr marL="342900" indent="-342900">
              <a:spcBef>
                <a:spcPct val="20000"/>
              </a:spcBef>
              <a:buFont typeface="Wingdings" panose="05000000000000000000" pitchFamily="2" charset="2"/>
              <a:buChar char="q"/>
            </a:pPr>
            <a:r>
              <a:rPr lang="en-US" sz="2400" dirty="0">
                <a:solidFill>
                  <a:schemeClr val="accent4">
                    <a:lumMod val="10000"/>
                  </a:schemeClr>
                </a:solidFill>
                <a:latin typeface="Orgon Slab Light"/>
              </a:rPr>
              <a:t>5 major Chinese cities</a:t>
            </a:r>
          </a:p>
          <a:p>
            <a:pPr marL="342900" indent="-342900">
              <a:spcBef>
                <a:spcPct val="20000"/>
              </a:spcBef>
              <a:buFont typeface="Wingdings" panose="05000000000000000000" pitchFamily="2" charset="2"/>
              <a:buChar char="q"/>
            </a:pPr>
            <a:r>
              <a:rPr lang="en-US" sz="2400" dirty="0">
                <a:solidFill>
                  <a:schemeClr val="accent4">
                    <a:lumMod val="10000"/>
                  </a:schemeClr>
                </a:solidFill>
                <a:latin typeface="Orgon Slab Light"/>
              </a:rPr>
              <a:t>Time duration 2015-2017</a:t>
            </a:r>
          </a:p>
        </p:txBody>
      </p:sp>
    </p:spTree>
    <p:extLst>
      <p:ext uri="{BB962C8B-B14F-4D97-AF65-F5344CB8AC3E}">
        <p14:creationId xmlns:p14="http://schemas.microsoft.com/office/powerpoint/2010/main" val="16433298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Data Manipulation and Visualization</a:t>
            </a:r>
          </a:p>
        </p:txBody>
      </p:sp>
      <p:sp>
        <p:nvSpPr>
          <p:cNvPr id="2" name="Rectangle: Rounded Corners 1"/>
          <p:cNvSpPr/>
          <p:nvPr/>
        </p:nvSpPr>
        <p:spPr>
          <a:xfrm>
            <a:off x="6625150" y="1621883"/>
            <a:ext cx="4507138" cy="3166824"/>
          </a:xfrm>
          <a:prstGeom prst="roundRect">
            <a:avLst/>
          </a:prstGeom>
          <a:ln w="28575">
            <a:solidFill>
              <a:srgbClr val="33006F"/>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buFont typeface="Arial" panose="020B0604020202020204" pitchFamily="34" charset="0"/>
              <a:buChar char="•"/>
            </a:pPr>
            <a:r>
              <a:rPr lang="en-US" sz="2000" dirty="0">
                <a:solidFill>
                  <a:schemeClr val="accent4">
                    <a:lumMod val="10000"/>
                  </a:schemeClr>
                </a:solidFill>
                <a:latin typeface="Orgon Slab Light"/>
              </a:rPr>
              <a:t>The overall AQI trend is decreasing for those five cities from 2015 to 2017.</a:t>
            </a:r>
          </a:p>
          <a:p>
            <a:pPr>
              <a:buFont typeface="Arial" panose="020B0604020202020204" pitchFamily="34" charset="0"/>
              <a:buChar char="•"/>
            </a:pPr>
            <a:r>
              <a:rPr lang="en-US" sz="2000" dirty="0">
                <a:solidFill>
                  <a:schemeClr val="accent4">
                    <a:lumMod val="10000"/>
                  </a:schemeClr>
                </a:solidFill>
                <a:latin typeface="Orgon Slab Light"/>
              </a:rPr>
              <a:t>Beijing air quality is the worst among the five cites and Kunming has the best air quality.</a:t>
            </a:r>
          </a:p>
          <a:p>
            <a:pPr>
              <a:buFont typeface="Arial" panose="020B0604020202020204" pitchFamily="34" charset="0"/>
              <a:buChar char="•"/>
            </a:pPr>
            <a:r>
              <a:rPr lang="en-US" sz="2000" dirty="0">
                <a:solidFill>
                  <a:schemeClr val="accent4">
                    <a:lumMod val="10000"/>
                  </a:schemeClr>
                </a:solidFill>
                <a:latin typeface="Orgon Slab Light"/>
              </a:rPr>
              <a:t>Five cites show the same distribution which AQI is high in winter and low in summer.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44" y="1409691"/>
            <a:ext cx="6286560" cy="4714920"/>
          </a:xfrm>
          <a:prstGeom prst="rect">
            <a:avLst/>
          </a:prstGeom>
        </p:spPr>
      </p:pic>
      <p:pic>
        <p:nvPicPr>
          <p:cNvPr id="7" name="Picture 6">
            <a:extLst>
              <a:ext uri="{FF2B5EF4-FFF2-40B4-BE49-F238E27FC236}">
                <a16:creationId xmlns:a16="http://schemas.microsoft.com/office/drawing/2014/main" xmlns="" id="{5447DBBD-87FA-4B84-B22C-EC6B4B022248}"/>
              </a:ext>
            </a:extLst>
          </p:cNvPr>
          <p:cNvPicPr>
            <a:picLocks noChangeAspect="1"/>
          </p:cNvPicPr>
          <p:nvPr/>
        </p:nvPicPr>
        <p:blipFill>
          <a:blip r:embed="rId3"/>
          <a:stretch>
            <a:fillRect/>
          </a:stretch>
        </p:blipFill>
        <p:spPr>
          <a:xfrm>
            <a:off x="1543469" y="523911"/>
            <a:ext cx="9015043" cy="5780638"/>
          </a:xfrm>
          <a:prstGeom prst="rect">
            <a:avLst/>
          </a:prstGeom>
        </p:spPr>
      </p:pic>
    </p:spTree>
    <p:extLst>
      <p:ext uri="{BB962C8B-B14F-4D97-AF65-F5344CB8AC3E}">
        <p14:creationId xmlns:p14="http://schemas.microsoft.com/office/powerpoint/2010/main" val="1572701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2"/>
                                        </p:tgtEl>
                                        <p:attrNameLst>
                                          <p:attrName>ppt_x</p:attrName>
                                        </p:attrNameLst>
                                      </p:cBhvr>
                                      <p:tavLst>
                                        <p:tav tm="0">
                                          <p:val>
                                            <p:strVal val="ppt_x"/>
                                          </p:val>
                                        </p:tav>
                                        <p:tav tm="100000">
                                          <p:val>
                                            <p:strVal val="ppt_x"/>
                                          </p:val>
                                        </p:tav>
                                      </p:tavLst>
                                    </p:anim>
                                    <p:anim calcmode="lin" valueType="num">
                                      <p:cBhvr additive="base">
                                        <p:cTn id="11" dur="500"/>
                                        <p:tgtEl>
                                          <p:spTgt spid="2"/>
                                        </p:tgtEl>
                                        <p:attrNameLst>
                                          <p:attrName>ppt_y</p:attrName>
                                        </p:attrNameLst>
                                      </p:cBhvr>
                                      <p:tavLst>
                                        <p:tav tm="0">
                                          <p:val>
                                            <p:strVal val="ppt_y"/>
                                          </p:val>
                                        </p:tav>
                                        <p:tav tm="100000">
                                          <p:val>
                                            <p:strVal val="1+ppt_h/2"/>
                                          </p:val>
                                        </p:tav>
                                      </p:tavLst>
                                    </p:anim>
                                    <p:set>
                                      <p:cBhvr>
                                        <p:cTn id="12" dur="1" fill="hold">
                                          <p:stCondLst>
                                            <p:cond delay="499"/>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dirty="0">
                <a:solidFill>
                  <a:schemeClr val="accent4">
                    <a:lumMod val="10000"/>
                  </a:schemeClr>
                </a:solidFill>
                <a:latin typeface="Arial" charset="0"/>
                <a:ea typeface="Arial" charset="0"/>
                <a:cs typeface="Arial" charset="0"/>
              </a:rPr>
              <a:t>Data Manipulation and Visualization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0427" y="1308774"/>
            <a:ext cx="8229001" cy="5269113"/>
          </a:xfrm>
          <a:prstGeom prst="rect">
            <a:avLst/>
          </a:prstGeom>
        </p:spPr>
      </p:pic>
    </p:spTree>
    <p:extLst>
      <p:ext uri="{BB962C8B-B14F-4D97-AF65-F5344CB8AC3E}">
        <p14:creationId xmlns:p14="http://schemas.microsoft.com/office/powerpoint/2010/main" val="14817643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Data Manipulation and Visualization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876" y="1388320"/>
            <a:ext cx="5700550" cy="4832679"/>
          </a:xfrm>
          <a:prstGeom prst="rect">
            <a:avLst/>
          </a:prstGeom>
        </p:spPr>
      </p:pic>
    </p:spTree>
    <p:extLst>
      <p:ext uri="{BB962C8B-B14F-4D97-AF65-F5344CB8AC3E}">
        <p14:creationId xmlns:p14="http://schemas.microsoft.com/office/powerpoint/2010/main" val="17930094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Data Manipulation and Visualization</a:t>
            </a:r>
          </a:p>
        </p:txBody>
      </p:sp>
      <p:pic>
        <p:nvPicPr>
          <p:cNvPr id="5" name="Picture 4">
            <a:extLst>
              <a:ext uri="{FF2B5EF4-FFF2-40B4-BE49-F238E27FC236}">
                <a16:creationId xmlns:a16="http://schemas.microsoft.com/office/drawing/2014/main" xmlns="" id="{56AEF02F-14CF-421D-8FCC-2B516C900D3D}"/>
              </a:ext>
            </a:extLst>
          </p:cNvPr>
          <p:cNvPicPr>
            <a:picLocks noChangeAspect="1"/>
          </p:cNvPicPr>
          <p:nvPr/>
        </p:nvPicPr>
        <p:blipFill>
          <a:blip r:embed="rId3"/>
          <a:stretch>
            <a:fillRect/>
          </a:stretch>
        </p:blipFill>
        <p:spPr>
          <a:xfrm>
            <a:off x="3015317" y="1019910"/>
            <a:ext cx="9084534" cy="4497572"/>
          </a:xfrm>
          <a:prstGeom prst="rect">
            <a:avLst/>
          </a:prstGeom>
        </p:spPr>
      </p:pic>
      <p:pic>
        <p:nvPicPr>
          <p:cNvPr id="9" name="Picture 8">
            <a:extLst>
              <a:ext uri="{FF2B5EF4-FFF2-40B4-BE49-F238E27FC236}">
                <a16:creationId xmlns:a16="http://schemas.microsoft.com/office/drawing/2014/main" xmlns="" id="{C512BC49-806C-4852-A578-CC9F52BD3174}"/>
              </a:ext>
            </a:extLst>
          </p:cNvPr>
          <p:cNvPicPr>
            <a:picLocks noChangeAspect="1"/>
          </p:cNvPicPr>
          <p:nvPr/>
        </p:nvPicPr>
        <p:blipFill>
          <a:blip r:embed="rId4"/>
          <a:stretch>
            <a:fillRect/>
          </a:stretch>
        </p:blipFill>
        <p:spPr>
          <a:xfrm>
            <a:off x="420296" y="1224875"/>
            <a:ext cx="2854532" cy="5019484"/>
          </a:xfrm>
          <a:prstGeom prst="rect">
            <a:avLst/>
          </a:prstGeom>
        </p:spPr>
      </p:pic>
    </p:spTree>
    <p:extLst>
      <p:ext uri="{BB962C8B-B14F-4D97-AF65-F5344CB8AC3E}">
        <p14:creationId xmlns:p14="http://schemas.microsoft.com/office/powerpoint/2010/main" val="7954427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Data Manipulation and Visualization</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241" y="1197644"/>
            <a:ext cx="5486400" cy="3657600"/>
          </a:xfrm>
          <a:prstGeom prst="rect">
            <a:avLst/>
          </a:prstGeom>
        </p:spPr>
      </p:pic>
      <p:sp>
        <p:nvSpPr>
          <p:cNvPr id="5" name="Rectangle: Rounded Corners 4">
            <a:extLst>
              <a:ext uri="{FF2B5EF4-FFF2-40B4-BE49-F238E27FC236}">
                <a16:creationId xmlns:a16="http://schemas.microsoft.com/office/drawing/2014/main" xmlns="" id="{BAE00BB7-DCD3-4DE2-BE3C-F2242EE7AD27}"/>
              </a:ext>
            </a:extLst>
          </p:cNvPr>
          <p:cNvSpPr/>
          <p:nvPr/>
        </p:nvSpPr>
        <p:spPr>
          <a:xfrm>
            <a:off x="5943576" y="1519162"/>
            <a:ext cx="5475768" cy="2485787"/>
          </a:xfrm>
          <a:prstGeom prst="roundRect">
            <a:avLst/>
          </a:prstGeom>
          <a:ln w="28575">
            <a:solidFill>
              <a:srgbClr val="33006F"/>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lvl="0" algn="just" defTabSz="914400">
              <a:buFont typeface="Arial" panose="020B0604020202020204" pitchFamily="34" charset="0"/>
              <a:buChar char="•"/>
            </a:pPr>
            <a:r>
              <a:rPr lang="en-US" sz="2000" dirty="0">
                <a:solidFill>
                  <a:schemeClr val="accent4">
                    <a:lumMod val="10000"/>
                  </a:schemeClr>
                </a:solidFill>
                <a:latin typeface="Orgon Slab Light"/>
              </a:rPr>
              <a:t>Beijing has the largest range of PM2.5, which means that the variance of PM2.5 is the highest. </a:t>
            </a:r>
          </a:p>
          <a:p>
            <a:pPr lvl="0" algn="just" defTabSz="914400">
              <a:buFont typeface="Arial" panose="020B0604020202020204" pitchFamily="34" charset="0"/>
              <a:buChar char="•"/>
            </a:pPr>
            <a:r>
              <a:rPr lang="en-US" sz="2000" dirty="0">
                <a:solidFill>
                  <a:schemeClr val="accent4">
                    <a:lumMod val="10000"/>
                  </a:schemeClr>
                </a:solidFill>
                <a:latin typeface="Orgon Slab Light"/>
              </a:rPr>
              <a:t>Shanghai and Kunming have more uniform density distribution of PM2.5 and the fluctuations are more stable.</a:t>
            </a:r>
          </a:p>
          <a:p>
            <a:pPr lvl="0" algn="just" defTabSz="914400">
              <a:buFont typeface="Arial" panose="020B0604020202020204" pitchFamily="34" charset="0"/>
              <a:buChar char="•"/>
            </a:pPr>
            <a:r>
              <a:rPr lang="en-US" sz="2000" dirty="0">
                <a:solidFill>
                  <a:schemeClr val="accent4">
                    <a:lumMod val="10000"/>
                  </a:schemeClr>
                </a:solidFill>
                <a:latin typeface="Orgon Slab Light"/>
              </a:rPr>
              <a:t>AQI and PM2.5 have strong linear relationship in five cites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241" y="1776719"/>
            <a:ext cx="11752520" cy="3475272"/>
          </a:xfrm>
          <a:prstGeom prst="rect">
            <a:avLst/>
          </a:prstGeom>
        </p:spPr>
      </p:pic>
    </p:spTree>
    <p:extLst>
      <p:ext uri="{BB962C8B-B14F-4D97-AF65-F5344CB8AC3E}">
        <p14:creationId xmlns:p14="http://schemas.microsoft.com/office/powerpoint/2010/main" val="92064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5"/>
                                        </p:tgtEl>
                                        <p:attrNameLst>
                                          <p:attrName>ppt_x</p:attrName>
                                        </p:attrNameLst>
                                      </p:cBhvr>
                                      <p:tavLst>
                                        <p:tav tm="0">
                                          <p:val>
                                            <p:strVal val="ppt_x"/>
                                          </p:val>
                                        </p:tav>
                                        <p:tav tm="100000">
                                          <p:val>
                                            <p:strVal val="ppt_x"/>
                                          </p:val>
                                        </p:tav>
                                      </p:tavLst>
                                    </p:anim>
                                    <p:anim calcmode="lin" valueType="num">
                                      <p:cBhvr additive="base">
                                        <p:cTn id="11" dur="500"/>
                                        <p:tgtEl>
                                          <p:spTgt spid="5"/>
                                        </p:tgtEl>
                                        <p:attrNameLst>
                                          <p:attrName>ppt_y</p:attrName>
                                        </p:attrNameLst>
                                      </p:cBhvr>
                                      <p:tavLst>
                                        <p:tav tm="0">
                                          <p:val>
                                            <p:strVal val="ppt_y"/>
                                          </p:val>
                                        </p:tav>
                                        <p:tav tm="100000">
                                          <p:val>
                                            <p:strVal val="1+ppt_h/2"/>
                                          </p:val>
                                        </p:tav>
                                      </p:tavLst>
                                    </p:anim>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Regression Analysis</a:t>
            </a:r>
          </a:p>
        </p:txBody>
      </p:sp>
      <p:sp>
        <p:nvSpPr>
          <p:cNvPr id="16" name="Rectangle 4">
            <a:extLst>
              <a:ext uri="{FF2B5EF4-FFF2-40B4-BE49-F238E27FC236}">
                <a16:creationId xmlns:a16="http://schemas.microsoft.com/office/drawing/2014/main" xmlns="" id="{BD99DDB5-5868-43A8-86B9-D0FF1B88E190}"/>
              </a:ext>
            </a:extLst>
          </p:cNvPr>
          <p:cNvSpPr>
            <a:spLocks noChangeArrowheads="1"/>
          </p:cNvSpPr>
          <p:nvPr/>
        </p:nvSpPr>
        <p:spPr bwMode="auto">
          <a:xfrm>
            <a:off x="1011238" y="29935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Rounded Corners 3">
            <a:extLst>
              <a:ext uri="{FF2B5EF4-FFF2-40B4-BE49-F238E27FC236}">
                <a16:creationId xmlns:a16="http://schemas.microsoft.com/office/drawing/2014/main" xmlns="" id="{CFB1AA3F-F7B9-4974-81A6-284C7238BE0A}"/>
              </a:ext>
            </a:extLst>
          </p:cNvPr>
          <p:cNvSpPr/>
          <p:nvPr/>
        </p:nvSpPr>
        <p:spPr>
          <a:xfrm>
            <a:off x="180241" y="2594424"/>
            <a:ext cx="6096000" cy="2553891"/>
          </a:xfrm>
          <a:prstGeom prst="roundRect">
            <a:avLst/>
          </a:prstGeom>
          <a:ln w="28575">
            <a:solidFill>
              <a:srgbClr val="33006F"/>
            </a:solidFill>
          </a:ln>
        </p:spPr>
        <p:txBody>
          <a:bodyPr>
            <a:spAutoFit/>
          </a:bodyPr>
          <a:lstStyle/>
          <a:p>
            <a:pPr marL="285750" indent="-285750">
              <a:buFont typeface="Arial" panose="020B0604020202020204" pitchFamily="34" charset="0"/>
              <a:buChar char="•"/>
            </a:pPr>
            <a:r>
              <a:rPr lang="en-US" dirty="0">
                <a:solidFill>
                  <a:schemeClr val="accent4">
                    <a:lumMod val="10000"/>
                  </a:schemeClr>
                </a:solidFill>
              </a:rPr>
              <a:t>PM10, PM2.5,O3 and SO2 have a positive effect on AQI. Increasing 1 unit in PM2.5 concentration would increase AQI by 0.9655 units after controlling for other factors. The positive effect of PM10, PM2.5,O3 and SO2 on AQI is statistically significant (P&lt;0.001).</a:t>
            </a:r>
          </a:p>
          <a:p>
            <a:pPr marL="285750" indent="-285750">
              <a:buFont typeface="Arial" panose="020B0604020202020204" pitchFamily="34" charset="0"/>
              <a:buChar char="•"/>
            </a:pPr>
            <a:r>
              <a:rPr lang="en-US" dirty="0">
                <a:solidFill>
                  <a:schemeClr val="accent4">
                    <a:lumMod val="10000"/>
                  </a:schemeClr>
                </a:solidFill>
              </a:rPr>
              <a:t>Predictors including CO, O3_24h and SO2_24h do not have statistically significant effects on AQI (p-values &gt; 0.05).</a:t>
            </a:r>
          </a:p>
        </p:txBody>
      </p:sp>
      <p:pic>
        <p:nvPicPr>
          <p:cNvPr id="5" name="Picture 4">
            <a:extLst>
              <a:ext uri="{FF2B5EF4-FFF2-40B4-BE49-F238E27FC236}">
                <a16:creationId xmlns:a16="http://schemas.microsoft.com/office/drawing/2014/main" xmlns="" id="{1DC9AAB1-9730-4780-A131-7530A9726BE1}"/>
              </a:ext>
            </a:extLst>
          </p:cNvPr>
          <p:cNvPicPr>
            <a:picLocks noChangeAspect="1"/>
          </p:cNvPicPr>
          <p:nvPr/>
        </p:nvPicPr>
        <p:blipFill>
          <a:blip r:embed="rId2"/>
          <a:stretch>
            <a:fillRect/>
          </a:stretch>
        </p:blipFill>
        <p:spPr>
          <a:xfrm>
            <a:off x="7107238" y="348057"/>
            <a:ext cx="4904521" cy="6252804"/>
          </a:xfrm>
          <a:prstGeom prst="rect">
            <a:avLst/>
          </a:prstGeom>
        </p:spPr>
      </p:pic>
    </p:spTree>
    <p:extLst>
      <p:ext uri="{BB962C8B-B14F-4D97-AF65-F5344CB8AC3E}">
        <p14:creationId xmlns:p14="http://schemas.microsoft.com/office/powerpoint/2010/main" val="39728905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Predictive Modeling</a:t>
            </a:r>
          </a:p>
        </p:txBody>
      </p:sp>
      <p:sp>
        <p:nvSpPr>
          <p:cNvPr id="4" name="TextBox 3">
            <a:extLst>
              <a:ext uri="{FF2B5EF4-FFF2-40B4-BE49-F238E27FC236}">
                <a16:creationId xmlns:a16="http://schemas.microsoft.com/office/drawing/2014/main" xmlns="" id="{1A8BC216-2D47-4647-93AD-55B9B1764EC2}"/>
              </a:ext>
            </a:extLst>
          </p:cNvPr>
          <p:cNvSpPr txBox="1"/>
          <p:nvPr/>
        </p:nvSpPr>
        <p:spPr>
          <a:xfrm>
            <a:off x="230956" y="1881436"/>
            <a:ext cx="3773940" cy="3629930"/>
          </a:xfrm>
          <a:prstGeom prst="roundRect">
            <a:avLst/>
          </a:prstGeom>
          <a:noFill/>
          <a:ln w="28575">
            <a:solidFill>
              <a:srgbClr val="33006F"/>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Orgon Slab Light"/>
              </a:rPr>
              <a:t>Machine learning method to build model</a:t>
            </a:r>
          </a:p>
          <a:p>
            <a:pPr marL="313433" marR="0" lvl="1" indent="-120551" defTabSz="91440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0" cap="none" spc="0" normalizeH="0" baseline="0" noProof="0" dirty="0">
                <a:ln>
                  <a:noFill/>
                </a:ln>
                <a:solidFill>
                  <a:prstClr val="black"/>
                </a:solidFill>
                <a:effectLst/>
                <a:uLnTx/>
                <a:uFillTx/>
                <a:latin typeface="Orgon Slab Light"/>
              </a:rPr>
              <a:t>K-Nearest Neighbors</a:t>
            </a:r>
          </a:p>
          <a:p>
            <a:pPr marL="313433" marR="0" lvl="1" indent="-120551" defTabSz="91440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0" cap="none" spc="0" normalizeH="0" baseline="0" noProof="0" dirty="0">
                <a:ln>
                  <a:noFill/>
                </a:ln>
                <a:solidFill>
                  <a:prstClr val="black"/>
                </a:solidFill>
                <a:effectLst/>
                <a:uLnTx/>
                <a:uFillTx/>
                <a:latin typeface="Orgon Slab Light"/>
              </a:rPr>
              <a:t>Regression Tree</a:t>
            </a:r>
          </a:p>
          <a:p>
            <a:pPr marL="313433" marR="0" lvl="1" indent="-120551" defTabSz="91440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0" cap="none" spc="0" normalizeH="0" baseline="0" noProof="0" dirty="0">
                <a:ln>
                  <a:noFill/>
                </a:ln>
                <a:solidFill>
                  <a:prstClr val="black"/>
                </a:solidFill>
                <a:effectLst/>
                <a:uLnTx/>
                <a:uFillTx/>
                <a:latin typeface="Orgon Slab Light"/>
              </a:rPr>
              <a:t>Neural Network</a:t>
            </a:r>
          </a:p>
          <a:p>
            <a:pPr marL="313433" marR="0" lvl="1" indent="-120551" defTabSz="91440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0" cap="none" spc="0" normalizeH="0" baseline="0" noProof="0" dirty="0">
                <a:ln>
                  <a:noFill/>
                </a:ln>
                <a:solidFill>
                  <a:prstClr val="black"/>
                </a:solidFill>
                <a:effectLst/>
                <a:uLnTx/>
                <a:uFillTx/>
                <a:latin typeface="Orgon Slab Light"/>
              </a:rPr>
              <a:t>Random Forest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760" b="1"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760" b="1" i="0" u="none" strike="noStrike" kern="0" cap="none" spc="0" normalizeH="0" baseline="0" noProof="0" dirty="0">
              <a:ln>
                <a:noFill/>
              </a:ln>
              <a:solidFill>
                <a:prstClr val="black"/>
              </a:solidFill>
              <a:effectLst/>
              <a:uLnTx/>
              <a:uFillTx/>
            </a:endParaRPr>
          </a:p>
        </p:txBody>
      </p:sp>
      <p:sp>
        <p:nvSpPr>
          <p:cNvPr id="6" name="Rectangle 5">
            <a:extLst>
              <a:ext uri="{FF2B5EF4-FFF2-40B4-BE49-F238E27FC236}">
                <a16:creationId xmlns:a16="http://schemas.microsoft.com/office/drawing/2014/main" xmlns="" id="{22B33957-BA2A-40DA-8AAE-2586E9EE5E11}"/>
              </a:ext>
            </a:extLst>
          </p:cNvPr>
          <p:cNvSpPr/>
          <p:nvPr/>
        </p:nvSpPr>
        <p:spPr>
          <a:xfrm>
            <a:off x="5215429" y="2220914"/>
            <a:ext cx="6777350" cy="2677656"/>
          </a:xfrm>
          <a:prstGeom prst="rect">
            <a:avLst/>
          </a:prstGeom>
          <a:ln w="28575">
            <a:solidFill>
              <a:srgbClr val="7030A0"/>
            </a:solidFill>
          </a:ln>
        </p:spPr>
        <p:txBody>
          <a:bodyPr wrap="square">
            <a:spAutoFit/>
          </a:bodyPr>
          <a:lstStyle/>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400" b="0" i="0" u="none" strike="noStrike" kern="0" cap="none" spc="0" normalizeH="0" baseline="0" noProof="0" dirty="0">
                <a:ln>
                  <a:noFill/>
                </a:ln>
                <a:solidFill>
                  <a:prstClr val="black"/>
                </a:solidFill>
                <a:effectLst/>
                <a:uLnTx/>
                <a:uFillTx/>
                <a:latin typeface="Orgon Slab Light"/>
              </a:rPr>
              <a:t>Normalization</a:t>
            </a:r>
            <a:endParaRPr lang="en-US" sz="2400" kern="0" dirty="0">
              <a:solidFill>
                <a:prstClr val="black"/>
              </a:solidFill>
              <a:latin typeface="Orgon Slab Light"/>
            </a:endParaRP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400" kern="0" dirty="0">
                <a:solidFill>
                  <a:prstClr val="black"/>
                </a:solidFill>
                <a:latin typeface="Orgon Slab Light"/>
              </a:rPr>
              <a:t>S</a:t>
            </a:r>
            <a:r>
              <a:rPr kumimoji="0" lang="en-US" sz="2400" b="0" i="0" u="none" strike="noStrike" kern="0" cap="none" spc="0" normalizeH="0" baseline="0" noProof="0" dirty="0" err="1">
                <a:ln>
                  <a:noFill/>
                </a:ln>
                <a:solidFill>
                  <a:prstClr val="black"/>
                </a:solidFill>
                <a:effectLst/>
                <a:uLnTx/>
                <a:uFillTx/>
                <a:latin typeface="Orgon Slab Light"/>
              </a:rPr>
              <a:t>plit</a:t>
            </a:r>
            <a:r>
              <a:rPr kumimoji="0" lang="en-US" sz="2400" b="0" i="0" u="none" strike="noStrike" kern="0" cap="none" spc="0" normalizeH="0" baseline="0" noProof="0" dirty="0">
                <a:ln>
                  <a:noFill/>
                </a:ln>
                <a:solidFill>
                  <a:prstClr val="black"/>
                </a:solidFill>
                <a:effectLst/>
                <a:uLnTx/>
                <a:uFillTx/>
                <a:latin typeface="Orgon Slab Light"/>
              </a:rPr>
              <a:t> data</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400" b="0" i="0" u="none" strike="noStrike" kern="0" cap="none" spc="0" normalizeH="0" baseline="0" noProof="0" dirty="0">
                <a:ln>
                  <a:noFill/>
                </a:ln>
                <a:solidFill>
                  <a:prstClr val="black"/>
                </a:solidFill>
                <a:effectLst/>
                <a:uLnTx/>
                <a:uFillTx/>
                <a:latin typeface="Orgon Slab Light"/>
              </a:rPr>
              <a:t>Create the design matrix</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400" b="0" i="0" u="none" strike="noStrike" kern="0" cap="none" spc="0" normalizeH="0" baseline="0" noProof="0" dirty="0">
                <a:ln>
                  <a:noFill/>
                </a:ln>
                <a:solidFill>
                  <a:prstClr val="black"/>
                </a:solidFill>
                <a:effectLst/>
                <a:uLnTx/>
                <a:uFillTx/>
                <a:latin typeface="Orgon Slab Light"/>
              </a:rPr>
              <a:t>Tune the parameters using the GridSearchCV</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400" kern="0" dirty="0">
                <a:solidFill>
                  <a:prstClr val="black"/>
                </a:solidFill>
                <a:latin typeface="Orgon Slab Light"/>
              </a:rPr>
              <a:t>F</a:t>
            </a:r>
            <a:r>
              <a:rPr kumimoji="0" lang="en-US" sz="2400" b="0" i="0" u="none" strike="noStrike" kern="0" cap="none" spc="0" normalizeH="0" baseline="0" noProof="0" dirty="0">
                <a:ln>
                  <a:noFill/>
                </a:ln>
                <a:solidFill>
                  <a:prstClr val="black"/>
                </a:solidFill>
                <a:effectLst/>
                <a:uLnTx/>
                <a:uFillTx/>
                <a:latin typeface="Orgon Slab Light"/>
              </a:rPr>
              <a:t>it the model</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400" kern="0" dirty="0">
                <a:solidFill>
                  <a:prstClr val="black"/>
                </a:solidFill>
                <a:latin typeface="Orgon Slab Light"/>
              </a:rPr>
              <a:t>U</a:t>
            </a:r>
            <a:r>
              <a:rPr kumimoji="0" lang="en-US" sz="2400" b="0" i="0" u="none" strike="noStrike" kern="0" cap="none" spc="0" normalizeH="0" baseline="0" noProof="0" dirty="0">
                <a:ln>
                  <a:noFill/>
                </a:ln>
                <a:solidFill>
                  <a:prstClr val="black"/>
                </a:solidFill>
                <a:effectLst/>
                <a:uLnTx/>
                <a:uFillTx/>
                <a:latin typeface="Orgon Slab Light"/>
              </a:rPr>
              <a:t>se the best parameter to fit the model</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400" kern="0" dirty="0">
                <a:solidFill>
                  <a:prstClr val="black"/>
                </a:solidFill>
                <a:latin typeface="Orgon Slab Light"/>
              </a:rPr>
              <a:t>P</a:t>
            </a:r>
            <a:r>
              <a:rPr kumimoji="0" lang="en-US" sz="2400" b="0" i="0" u="none" strike="noStrike" kern="0" cap="none" spc="0" normalizeH="0" baseline="0" noProof="0" dirty="0" err="1">
                <a:ln>
                  <a:noFill/>
                </a:ln>
                <a:solidFill>
                  <a:prstClr val="black"/>
                </a:solidFill>
                <a:effectLst/>
                <a:uLnTx/>
                <a:uFillTx/>
                <a:latin typeface="Orgon Slab Light"/>
              </a:rPr>
              <a:t>redict</a:t>
            </a:r>
            <a:r>
              <a:rPr kumimoji="0" lang="en-US" sz="2400" b="0" i="0" u="none" strike="noStrike" kern="0" cap="none" spc="0" normalizeH="0" baseline="0" noProof="0" dirty="0">
                <a:ln>
                  <a:noFill/>
                </a:ln>
                <a:solidFill>
                  <a:prstClr val="black"/>
                </a:solidFill>
                <a:effectLst/>
                <a:uLnTx/>
                <a:uFillTx/>
                <a:latin typeface="Orgon Slab Light"/>
              </a:rPr>
              <a:t> our model using test dataset</a:t>
            </a:r>
          </a:p>
        </p:txBody>
      </p:sp>
      <p:sp>
        <p:nvSpPr>
          <p:cNvPr id="2" name="Arrow: Right 1">
            <a:extLst>
              <a:ext uri="{FF2B5EF4-FFF2-40B4-BE49-F238E27FC236}">
                <a16:creationId xmlns:a16="http://schemas.microsoft.com/office/drawing/2014/main" xmlns="" id="{94C04C9E-9D99-4308-BCAA-9E2E6478BCCB}"/>
              </a:ext>
            </a:extLst>
          </p:cNvPr>
          <p:cNvSpPr/>
          <p:nvPr/>
        </p:nvSpPr>
        <p:spPr>
          <a:xfrm>
            <a:off x="4253129" y="3274963"/>
            <a:ext cx="669957" cy="28477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87368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Predictive Modeling</a:t>
            </a:r>
          </a:p>
        </p:txBody>
      </p:sp>
      <p:pic>
        <p:nvPicPr>
          <p:cNvPr id="2" name="Picture 1">
            <a:extLst>
              <a:ext uri="{FF2B5EF4-FFF2-40B4-BE49-F238E27FC236}">
                <a16:creationId xmlns:a16="http://schemas.microsoft.com/office/drawing/2014/main" xmlns="" id="{A4680A3F-D8AD-466A-A45B-FE86A4843FC9}"/>
              </a:ext>
            </a:extLst>
          </p:cNvPr>
          <p:cNvPicPr>
            <a:picLocks noChangeAspect="1"/>
          </p:cNvPicPr>
          <p:nvPr/>
        </p:nvPicPr>
        <p:blipFill>
          <a:blip r:embed="rId2"/>
          <a:stretch>
            <a:fillRect/>
          </a:stretch>
        </p:blipFill>
        <p:spPr>
          <a:xfrm>
            <a:off x="180241" y="1233995"/>
            <a:ext cx="7141239" cy="2380413"/>
          </a:xfrm>
          <a:prstGeom prst="rect">
            <a:avLst/>
          </a:prstGeom>
        </p:spPr>
      </p:pic>
      <p:pic>
        <p:nvPicPr>
          <p:cNvPr id="4" name="Picture 3">
            <a:extLst>
              <a:ext uri="{FF2B5EF4-FFF2-40B4-BE49-F238E27FC236}">
                <a16:creationId xmlns:a16="http://schemas.microsoft.com/office/drawing/2014/main" xmlns="" id="{DD4ACB13-6EE5-4E43-8388-DA522F5B7DB2}"/>
              </a:ext>
            </a:extLst>
          </p:cNvPr>
          <p:cNvPicPr>
            <a:picLocks noChangeAspect="1"/>
          </p:cNvPicPr>
          <p:nvPr/>
        </p:nvPicPr>
        <p:blipFill>
          <a:blip r:embed="rId3"/>
          <a:stretch>
            <a:fillRect/>
          </a:stretch>
        </p:blipFill>
        <p:spPr>
          <a:xfrm>
            <a:off x="7594473" y="420348"/>
            <a:ext cx="4417286" cy="2944857"/>
          </a:xfrm>
          <a:prstGeom prst="rect">
            <a:avLst/>
          </a:prstGeom>
        </p:spPr>
      </p:pic>
      <p:pic>
        <p:nvPicPr>
          <p:cNvPr id="7" name="Picture 6">
            <a:extLst>
              <a:ext uri="{FF2B5EF4-FFF2-40B4-BE49-F238E27FC236}">
                <a16:creationId xmlns:a16="http://schemas.microsoft.com/office/drawing/2014/main" xmlns="" id="{F0051BEE-CF94-42D5-A357-0BE911ACF913}"/>
              </a:ext>
            </a:extLst>
          </p:cNvPr>
          <p:cNvPicPr>
            <a:picLocks noChangeAspect="1"/>
          </p:cNvPicPr>
          <p:nvPr/>
        </p:nvPicPr>
        <p:blipFill>
          <a:blip r:embed="rId4"/>
          <a:stretch>
            <a:fillRect/>
          </a:stretch>
        </p:blipFill>
        <p:spPr>
          <a:xfrm>
            <a:off x="346591" y="3799677"/>
            <a:ext cx="10094581" cy="2380412"/>
          </a:xfrm>
          <a:prstGeom prst="rect">
            <a:avLst/>
          </a:prstGeom>
        </p:spPr>
      </p:pic>
    </p:spTree>
    <p:extLst>
      <p:ext uri="{BB962C8B-B14F-4D97-AF65-F5344CB8AC3E}">
        <p14:creationId xmlns:p14="http://schemas.microsoft.com/office/powerpoint/2010/main" val="17868095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55789" y="1515910"/>
            <a:ext cx="10928280" cy="3701376"/>
          </a:xfrm>
        </p:spPr>
        <p:txBody>
          <a:bodyPr>
            <a:normAutofit fontScale="92500"/>
          </a:bodyPr>
          <a:lstStyle/>
          <a:p>
            <a:pPr lvl="0" algn="just" defTabSz="914400">
              <a:spcBef>
                <a:spcPts val="0"/>
              </a:spcBef>
              <a:buFont typeface="Wingdings" panose="05000000000000000000" pitchFamily="2" charset="2"/>
              <a:buChar char="§"/>
            </a:pPr>
            <a:r>
              <a:rPr lang="en-US" dirty="0">
                <a:solidFill>
                  <a:prstClr val="black"/>
                </a:solidFill>
                <a:cs typeface="+mn-cs"/>
              </a:rPr>
              <a:t>The overall air quality has been improved from 2015 to 2017. Summer time shows a better air quality among the four seasons.</a:t>
            </a:r>
          </a:p>
          <a:p>
            <a:pPr lvl="0" algn="just" defTabSz="914400">
              <a:spcBef>
                <a:spcPts val="0"/>
              </a:spcBef>
              <a:buFont typeface="Wingdings" panose="05000000000000000000" pitchFamily="2" charset="2"/>
              <a:buChar char="§"/>
            </a:pPr>
            <a:r>
              <a:rPr lang="en-US" dirty="0">
                <a:solidFill>
                  <a:prstClr val="black"/>
                </a:solidFill>
                <a:cs typeface="+mn-cs"/>
              </a:rPr>
              <a:t>Beijing has the worst air quality index while Kunming has the lowest air quality index in the past three years.</a:t>
            </a:r>
          </a:p>
          <a:p>
            <a:pPr lvl="0" algn="just" defTabSz="914400">
              <a:spcBef>
                <a:spcPts val="0"/>
              </a:spcBef>
              <a:buFont typeface="Wingdings" panose="05000000000000000000" pitchFamily="2" charset="2"/>
              <a:buChar char="§"/>
            </a:pPr>
            <a:r>
              <a:rPr lang="en-US" dirty="0">
                <a:solidFill>
                  <a:prstClr val="black"/>
                </a:solidFill>
                <a:cs typeface="+mn-cs"/>
              </a:rPr>
              <a:t>PM2.5, PM10 and CO concentration have the strong impact on the air quality index (AQI) based on the correlationship analysis and random forest feature selection.</a:t>
            </a:r>
          </a:p>
          <a:p>
            <a:pPr lvl="0" algn="just" defTabSz="914400">
              <a:spcBef>
                <a:spcPts val="0"/>
              </a:spcBef>
              <a:buFont typeface="Wingdings" panose="05000000000000000000" pitchFamily="2" charset="2"/>
              <a:buChar char="§"/>
            </a:pPr>
            <a:r>
              <a:rPr lang="en-US" dirty="0">
                <a:solidFill>
                  <a:prstClr val="black"/>
                </a:solidFill>
                <a:cs typeface="+mn-cs"/>
              </a:rPr>
              <a:t>According to the regression analysis, R squared value of the model is 0.976, which means a strong linear relationship between the AQI and other factors.</a:t>
            </a:r>
          </a:p>
          <a:p>
            <a:pPr lvl="0" algn="just" defTabSz="914400">
              <a:spcBef>
                <a:spcPts val="0"/>
              </a:spcBef>
              <a:buFont typeface="Wingdings" panose="05000000000000000000" pitchFamily="2" charset="2"/>
              <a:buChar char="§"/>
            </a:pPr>
            <a:r>
              <a:rPr lang="en-US" dirty="0">
                <a:solidFill>
                  <a:prstClr val="black"/>
                </a:solidFill>
                <a:cs typeface="+mn-cs"/>
              </a:rPr>
              <a:t>It shows that the random forest has the highest predative performance.</a:t>
            </a:r>
          </a:p>
          <a:p>
            <a:endParaRPr lang="en-US" sz="4400" dirty="0">
              <a:solidFill>
                <a:schemeClr val="accent4">
                  <a:lumMod val="10000"/>
                </a:schemeClr>
              </a:solidFill>
              <a:latin typeface="Arial" charset="0"/>
              <a:ea typeface="Arial" charset="0"/>
              <a:cs typeface="Arial" charset="0"/>
            </a:endParaRPr>
          </a:p>
        </p:txBody>
      </p:sp>
      <p:sp>
        <p:nvSpPr>
          <p:cNvPr id="2" name="Text Placeholder 1">
            <a:extLst>
              <a:ext uri="{FF2B5EF4-FFF2-40B4-BE49-F238E27FC236}">
                <a16:creationId xmlns:a16="http://schemas.microsoft.com/office/drawing/2014/main" xmlns="" id="{16414463-C3E0-44B8-8BAD-7A9C870E8EC1}"/>
              </a:ext>
            </a:extLst>
          </p:cNvPr>
          <p:cNvSpPr>
            <a:spLocks noGrp="1"/>
          </p:cNvSpPr>
          <p:nvPr>
            <p:ph type="body" sz="quarter" idx="12"/>
          </p:nvPr>
        </p:nvSpPr>
        <p:spPr/>
        <p:txBody>
          <a:bodyPr>
            <a:normAutofit/>
          </a:bodyPr>
          <a:lstStyle/>
          <a:p>
            <a:r>
              <a:rPr lang="en-US" sz="4400" b="1" dirty="0">
                <a:solidFill>
                  <a:schemeClr val="accent4">
                    <a:lumMod val="10000"/>
                  </a:schemeClr>
                </a:solidFill>
                <a:latin typeface="Arial" panose="020B0604020202020204" pitchFamily="34" charset="0"/>
                <a:cs typeface="Arial" panose="020B0604020202020204" pitchFamily="34" charset="0"/>
              </a:rPr>
              <a:t>Conclusions</a:t>
            </a:r>
          </a:p>
        </p:txBody>
      </p:sp>
    </p:spTree>
    <p:extLst>
      <p:ext uri="{BB962C8B-B14F-4D97-AF65-F5344CB8AC3E}">
        <p14:creationId xmlns:p14="http://schemas.microsoft.com/office/powerpoint/2010/main" val="4960981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r>
              <a:rPr lang="en-US" sz="4400" b="1" dirty="0">
                <a:solidFill>
                  <a:schemeClr val="accent4">
                    <a:lumMod val="10000"/>
                  </a:schemeClr>
                </a:solidFill>
                <a:latin typeface="Arial" charset="0"/>
                <a:ea typeface="Arial" charset="0"/>
                <a:cs typeface="Arial" charset="0"/>
              </a:rPr>
              <a:t>Future Improvement</a:t>
            </a:r>
          </a:p>
        </p:txBody>
      </p:sp>
      <p:sp>
        <p:nvSpPr>
          <p:cNvPr id="2" name="Rectangle 1">
            <a:extLst>
              <a:ext uri="{FF2B5EF4-FFF2-40B4-BE49-F238E27FC236}">
                <a16:creationId xmlns:a16="http://schemas.microsoft.com/office/drawing/2014/main" xmlns="" id="{3AD20EDB-CCB7-4E70-86E2-42E086594403}"/>
              </a:ext>
            </a:extLst>
          </p:cNvPr>
          <p:cNvSpPr/>
          <p:nvPr/>
        </p:nvSpPr>
        <p:spPr>
          <a:xfrm>
            <a:off x="435006" y="1819922"/>
            <a:ext cx="10528916" cy="360098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kern="0" dirty="0">
                <a:solidFill>
                  <a:srgbClr val="33006F"/>
                </a:solidFill>
                <a:latin typeface="Orgon Slab Light"/>
              </a:rPr>
              <a:t>R</a:t>
            </a:r>
            <a:r>
              <a:rPr kumimoji="0" lang="en-US" sz="2400" b="0" i="0" u="none" strike="noStrike" kern="0" cap="none" spc="0" normalizeH="0" baseline="0" noProof="0" dirty="0" err="1">
                <a:ln>
                  <a:noFill/>
                </a:ln>
                <a:solidFill>
                  <a:srgbClr val="33006F"/>
                </a:solidFill>
                <a:effectLst/>
                <a:uLnTx/>
                <a:uFillTx/>
                <a:latin typeface="Orgon Slab Light"/>
              </a:rPr>
              <a:t>ecommendation</a:t>
            </a:r>
            <a:r>
              <a:rPr kumimoji="0" lang="en-US" sz="2400" b="0" i="0" u="none" strike="noStrike" kern="0" cap="none" spc="0" normalizeH="0" baseline="0" noProof="0" dirty="0">
                <a:ln>
                  <a:noFill/>
                </a:ln>
                <a:solidFill>
                  <a:srgbClr val="33006F"/>
                </a:solidFill>
                <a:effectLst/>
                <a:uLnTx/>
                <a:uFillTx/>
                <a:latin typeface="Orgon Slab Light"/>
              </a:rPr>
              <a:t>:</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prstClr val="black"/>
                </a:solidFill>
                <a:effectLst/>
                <a:uLnTx/>
                <a:uFillTx/>
                <a:latin typeface="Orgon Slab Light"/>
              </a:rPr>
              <a:t>Restrict the new cars growth.</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prstClr val="black"/>
                </a:solidFill>
                <a:effectLst/>
                <a:uLnTx/>
                <a:uFillTx/>
                <a:latin typeface="Orgon Slab Light"/>
              </a:rPr>
              <a:t>Develop the environmental energy-efficient vehicles.</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prstClr val="black"/>
                </a:solidFill>
                <a:effectLst/>
                <a:uLnTx/>
                <a:uFillTx/>
                <a:latin typeface="Orgon Slab Light"/>
              </a:rPr>
              <a:t>Shut down the polluting factories.</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prstClr val="black"/>
                </a:solidFill>
                <a:effectLst/>
                <a:uLnTx/>
                <a:uFillTx/>
                <a:latin typeface="Orgon Slab Light"/>
              </a:rPr>
              <a:t>Reduce burning fossil fuels like coal.</a:t>
            </a:r>
          </a:p>
          <a:p>
            <a:pPr marL="313433" marR="0" lvl="1" indent="-120551"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dirty="0">
              <a:ln>
                <a:noFill/>
              </a:ln>
              <a:solidFill>
                <a:prstClr val="black"/>
              </a:solidFill>
              <a:effectLst/>
              <a:uLnTx/>
              <a:uFillTx/>
              <a:latin typeface="Orgon Slab Light"/>
            </a:endParaRPr>
          </a:p>
          <a:p>
            <a:pPr marL="0" marR="0" lvl="0" indent="0" defTabSz="914400" eaLnBrk="1" fontAlgn="auto" latinLnBrk="0" hangingPunct="1">
              <a:lnSpc>
                <a:spcPct val="100000"/>
              </a:lnSpc>
              <a:spcBef>
                <a:spcPts val="0"/>
              </a:spcBef>
              <a:spcAft>
                <a:spcPts val="0"/>
              </a:spcAft>
              <a:buClrTx/>
              <a:buSzTx/>
              <a:buFontTx/>
              <a:buNone/>
              <a:tabLst/>
              <a:defRPr/>
            </a:pPr>
            <a:r>
              <a:rPr lang="en-US" sz="2400" kern="0" dirty="0">
                <a:solidFill>
                  <a:srgbClr val="33006F"/>
                </a:solidFill>
                <a:latin typeface="Orgon Slab Light"/>
              </a:rPr>
              <a:t>B</a:t>
            </a:r>
            <a:r>
              <a:rPr kumimoji="0" lang="en-US" sz="2400" b="0" i="0" u="none" strike="noStrike" kern="0" cap="none" spc="0" normalizeH="0" baseline="0" noProof="0" dirty="0" err="1">
                <a:ln>
                  <a:noFill/>
                </a:ln>
                <a:solidFill>
                  <a:srgbClr val="33006F"/>
                </a:solidFill>
                <a:effectLst/>
                <a:uLnTx/>
                <a:uFillTx/>
                <a:latin typeface="Orgon Slab Light"/>
              </a:rPr>
              <a:t>enefits</a:t>
            </a:r>
            <a:r>
              <a:rPr kumimoji="0" lang="en-US" sz="2400" b="0" i="0" u="none" strike="noStrike" kern="0" cap="none" spc="0" normalizeH="0" baseline="0" noProof="0" dirty="0">
                <a:ln>
                  <a:noFill/>
                </a:ln>
                <a:solidFill>
                  <a:srgbClr val="33006F"/>
                </a:solidFill>
                <a:effectLst/>
                <a:uLnTx/>
                <a:uFillTx/>
                <a:latin typeface="Orgon Slab Light"/>
              </a:rPr>
              <a:t>:</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prstClr val="black"/>
                </a:solidFill>
                <a:effectLst/>
                <a:uLnTx/>
                <a:uFillTx/>
                <a:latin typeface="Orgon Slab Light"/>
              </a:rPr>
              <a:t>Find the cause of influencing the air quality by analyzing the data.</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prstClr val="black"/>
                </a:solidFill>
                <a:effectLst/>
                <a:uLnTx/>
                <a:uFillTx/>
                <a:latin typeface="Orgon Slab Light"/>
              </a:rPr>
              <a:t>Provide the useful information to the government and environmental protection agency to conduct relative research.</a:t>
            </a:r>
          </a:p>
          <a:p>
            <a:pPr marL="342900" marR="0" lvl="1"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prstClr val="black"/>
                </a:solidFill>
                <a:effectLst/>
                <a:uLnTx/>
                <a:uFillTx/>
                <a:latin typeface="Orgon Slab Light"/>
              </a:rPr>
              <a:t>Improve the lifehood of the people and reduce the risk of diabetes, heart disearse and cancer.</a:t>
            </a:r>
          </a:p>
        </p:txBody>
      </p:sp>
    </p:spTree>
    <p:extLst>
      <p:ext uri="{BB962C8B-B14F-4D97-AF65-F5344CB8AC3E}">
        <p14:creationId xmlns:p14="http://schemas.microsoft.com/office/powerpoint/2010/main" val="4456742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normAutofit/>
          </a:bodyPr>
          <a:lstStyle/>
          <a:p>
            <a:pPr algn="ctr"/>
            <a:r>
              <a:rPr lang="en-US" sz="8000" b="1" dirty="0">
                <a:solidFill>
                  <a:schemeClr val="tx2">
                    <a:lumMod val="40000"/>
                    <a:lumOff val="60000"/>
                  </a:schemeClr>
                </a:solidFill>
                <a:latin typeface="Arial" charset="0"/>
                <a:ea typeface="Arial" charset="0"/>
                <a:cs typeface="Arial" charset="0"/>
              </a:rPr>
              <a:t>Thank You!</a:t>
            </a:r>
          </a:p>
        </p:txBody>
      </p:sp>
    </p:spTree>
    <p:extLst>
      <p:ext uri="{BB962C8B-B14F-4D97-AF65-F5344CB8AC3E}">
        <p14:creationId xmlns:p14="http://schemas.microsoft.com/office/powerpoint/2010/main" val="71669907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ustom Design">
  <a:themeElements>
    <a:clrScheme name="UW Brand">
      <a:dk1>
        <a:srgbClr val="33006F"/>
      </a:dk1>
      <a:lt1>
        <a:srgbClr val="E8D3A2"/>
      </a:lt1>
      <a:dk2>
        <a:srgbClr val="33006F"/>
      </a:dk2>
      <a:lt2>
        <a:srgbClr val="FFFFFF"/>
      </a:lt2>
      <a:accent1>
        <a:srgbClr val="33006F"/>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MDD">
      <a:dk1>
        <a:srgbClr val="509E2F"/>
      </a:dk1>
      <a:lt1>
        <a:srgbClr val="B2B4B2"/>
      </a:lt1>
      <a:dk2>
        <a:srgbClr val="509E6F"/>
      </a:dk2>
      <a:lt2>
        <a:srgbClr val="FFFFFF"/>
      </a:lt2>
      <a:accent1>
        <a:srgbClr val="78BE20"/>
      </a:accent1>
      <a:accent2>
        <a:srgbClr val="003B49"/>
      </a:accent2>
      <a:accent3>
        <a:srgbClr val="FDDA24"/>
      </a:accent3>
      <a:accent4>
        <a:srgbClr val="E87722"/>
      </a:accent4>
      <a:accent5>
        <a:srgbClr val="2DCCD3"/>
      </a:accent5>
      <a:accent6>
        <a:srgbClr val="005F83"/>
      </a:accent6>
      <a:hlink>
        <a:srgbClr val="2BC3C9"/>
      </a:hlink>
      <a:folHlink>
        <a:srgbClr val="E0621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UW Brand">
      <a:dk1>
        <a:srgbClr val="33006F"/>
      </a:dk1>
      <a:lt1>
        <a:srgbClr val="E8D3A2"/>
      </a:lt1>
      <a:dk2>
        <a:srgbClr val="33006F"/>
      </a:dk2>
      <a:lt2>
        <a:srgbClr val="FFFFFF"/>
      </a:lt2>
      <a:accent1>
        <a:srgbClr val="33006F"/>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314</TotalTime>
  <Words>876</Words>
  <Application>Microsoft Office PowerPoint</Application>
  <PresentationFormat>Custom</PresentationFormat>
  <Paragraphs>112</Paragraphs>
  <Slides>16</Slides>
  <Notes>1</Notes>
  <HiddenSlides>1</HiddenSlides>
  <MMClips>0</MMClips>
  <ScaleCrop>false</ScaleCrop>
  <HeadingPairs>
    <vt:vector size="4" baseType="variant">
      <vt:variant>
        <vt:lpstr>Theme</vt:lpstr>
      </vt:variant>
      <vt:variant>
        <vt:i4>3</vt:i4>
      </vt:variant>
      <vt:variant>
        <vt:lpstr>Slide Titles</vt:lpstr>
      </vt:variant>
      <vt:variant>
        <vt:i4>16</vt:i4>
      </vt:variant>
    </vt:vector>
  </HeadingPairs>
  <TitlesOfParts>
    <vt:vector size="19" baseType="lpstr">
      <vt:lpstr>1_Custom Design</vt:lpstr>
      <vt:lpstr>2_Custom Design</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Alanya Cannon</dc:creator>
  <cp:lastModifiedBy>Wu, Hao (S&amp;T-Student)</cp:lastModifiedBy>
  <cp:revision>58</cp:revision>
  <dcterms:created xsi:type="dcterms:W3CDTF">2014-10-14T00:51:43Z</dcterms:created>
  <dcterms:modified xsi:type="dcterms:W3CDTF">2018-04-28T23:50:46Z</dcterms:modified>
</cp:coreProperties>
</file>